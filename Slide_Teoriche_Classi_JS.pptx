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  <p:sldMasterId id="2147483798" r:id="rId2"/>
  </p:sldMasterIdLst>
  <p:sldIdLst>
    <p:sldId id="256" r:id="rId3"/>
    <p:sldId id="257" r:id="rId4"/>
    <p:sldId id="258" r:id="rId5"/>
    <p:sldId id="268" r:id="rId6"/>
    <p:sldId id="269" r:id="rId7"/>
    <p:sldId id="259" r:id="rId8"/>
    <p:sldId id="260" r:id="rId9"/>
    <p:sldId id="265" r:id="rId10"/>
    <p:sldId id="267" r:id="rId11"/>
    <p:sldId id="270" r:id="rId12"/>
    <p:sldId id="271" r:id="rId13"/>
    <p:sldId id="261" r:id="rId14"/>
    <p:sldId id="262" r:id="rId15"/>
    <p:sldId id="26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6CAED0-5A38-43EC-897C-3AF304659DE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6EFA5878-B753-4B4A-BA58-4EED9350FB1E}">
      <dgm:prSet/>
      <dgm:spPr/>
      <dgm:t>
        <a:bodyPr/>
        <a:lstStyle/>
        <a:p>
          <a:r>
            <a:rPr lang="en-US"/>
            <a:t>Le classi sono un modo per strutturare codice basato su oggetti.</a:t>
          </a:r>
        </a:p>
      </dgm:t>
    </dgm:pt>
    <dgm:pt modelId="{7509B939-01DA-493C-A8C7-EBA626A50ABD}" type="parTrans" cxnId="{A91CC3E6-932C-4010-ABE2-F07D28CB7892}">
      <dgm:prSet/>
      <dgm:spPr/>
      <dgm:t>
        <a:bodyPr/>
        <a:lstStyle/>
        <a:p>
          <a:endParaRPr lang="en-US"/>
        </a:p>
      </dgm:t>
    </dgm:pt>
    <dgm:pt modelId="{19A958D1-900D-43BA-9C65-1D1D507495CD}" type="sibTrans" cxnId="{A91CC3E6-932C-4010-ABE2-F07D28CB7892}">
      <dgm:prSet/>
      <dgm:spPr/>
      <dgm:t>
        <a:bodyPr/>
        <a:lstStyle/>
        <a:p>
          <a:endParaRPr lang="en-US"/>
        </a:p>
      </dgm:t>
    </dgm:pt>
    <dgm:pt modelId="{CB55D433-AB70-4BDD-9ED0-EF880F0E1C65}">
      <dgm:prSet/>
      <dgm:spPr/>
      <dgm:t>
        <a:bodyPr/>
        <a:lstStyle/>
        <a:p>
          <a:r>
            <a:rPr lang="en-US"/>
            <a:t>Introdotte con ES6 (2015), permettono di creare oggetti con proprietà e comportamenti.</a:t>
          </a:r>
        </a:p>
      </dgm:t>
    </dgm:pt>
    <dgm:pt modelId="{F5505E32-CA2B-4795-8AAF-13CB8E6D273C}" type="parTrans" cxnId="{D167E177-D91E-4F02-B90C-1403FE07DED1}">
      <dgm:prSet/>
      <dgm:spPr/>
      <dgm:t>
        <a:bodyPr/>
        <a:lstStyle/>
        <a:p>
          <a:endParaRPr lang="en-US"/>
        </a:p>
      </dgm:t>
    </dgm:pt>
    <dgm:pt modelId="{A1EFF369-2FDC-4A42-B1DC-3A36551F379B}" type="sibTrans" cxnId="{D167E177-D91E-4F02-B90C-1403FE07DED1}">
      <dgm:prSet/>
      <dgm:spPr/>
      <dgm:t>
        <a:bodyPr/>
        <a:lstStyle/>
        <a:p>
          <a:endParaRPr lang="en-US"/>
        </a:p>
      </dgm:t>
    </dgm:pt>
    <dgm:pt modelId="{492FF939-FF03-4CD9-A2B3-8242E749B51E}" type="pres">
      <dgm:prSet presAssocID="{A76CAED0-5A38-43EC-897C-3AF304659DEB}" presName="root" presStyleCnt="0">
        <dgm:presLayoutVars>
          <dgm:dir/>
          <dgm:resizeHandles val="exact"/>
        </dgm:presLayoutVars>
      </dgm:prSet>
      <dgm:spPr/>
    </dgm:pt>
    <dgm:pt modelId="{A93CA7DE-6C82-4675-89B3-814142692B67}" type="pres">
      <dgm:prSet presAssocID="{6EFA5878-B753-4B4A-BA58-4EED9350FB1E}" presName="compNode" presStyleCnt="0"/>
      <dgm:spPr/>
    </dgm:pt>
    <dgm:pt modelId="{70E3E405-4FA6-4003-90E0-A3169B3E9F0C}" type="pres">
      <dgm:prSet presAssocID="{6EFA5878-B753-4B4A-BA58-4EED9350FB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i"/>
        </a:ext>
      </dgm:extLst>
    </dgm:pt>
    <dgm:pt modelId="{2B8149FA-A05E-4C5C-BBE6-72A459785A2F}" type="pres">
      <dgm:prSet presAssocID="{6EFA5878-B753-4B4A-BA58-4EED9350FB1E}" presName="spaceRect" presStyleCnt="0"/>
      <dgm:spPr/>
    </dgm:pt>
    <dgm:pt modelId="{C9FB9C3B-FFC4-4E98-A73B-C973C7934110}" type="pres">
      <dgm:prSet presAssocID="{6EFA5878-B753-4B4A-BA58-4EED9350FB1E}" presName="textRect" presStyleLbl="revTx" presStyleIdx="0" presStyleCnt="2">
        <dgm:presLayoutVars>
          <dgm:chMax val="1"/>
          <dgm:chPref val="1"/>
        </dgm:presLayoutVars>
      </dgm:prSet>
      <dgm:spPr/>
    </dgm:pt>
    <dgm:pt modelId="{99F52FFD-3678-4055-88DD-1417C99E9F7E}" type="pres">
      <dgm:prSet presAssocID="{19A958D1-900D-43BA-9C65-1D1D507495CD}" presName="sibTrans" presStyleCnt="0"/>
      <dgm:spPr/>
    </dgm:pt>
    <dgm:pt modelId="{3E68506F-57BE-4283-A2FB-145A6B52EAB5}" type="pres">
      <dgm:prSet presAssocID="{CB55D433-AB70-4BDD-9ED0-EF880F0E1C65}" presName="compNode" presStyleCnt="0"/>
      <dgm:spPr/>
    </dgm:pt>
    <dgm:pt modelId="{3B1AF371-6CF7-400C-9D61-4AB0ECD33A61}" type="pres">
      <dgm:prSet presAssocID="{CB55D433-AB70-4BDD-9ED0-EF880F0E1C6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za"/>
        </a:ext>
      </dgm:extLst>
    </dgm:pt>
    <dgm:pt modelId="{AE6F7068-3FFD-4653-A701-582E4BBD35E0}" type="pres">
      <dgm:prSet presAssocID="{CB55D433-AB70-4BDD-9ED0-EF880F0E1C65}" presName="spaceRect" presStyleCnt="0"/>
      <dgm:spPr/>
    </dgm:pt>
    <dgm:pt modelId="{071B1322-6D32-4B8C-81A2-E838C6EC5B27}" type="pres">
      <dgm:prSet presAssocID="{CB55D433-AB70-4BDD-9ED0-EF880F0E1C6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5A23003-6A1E-496D-8671-1E2076D67C97}" type="presOf" srcId="{CB55D433-AB70-4BDD-9ED0-EF880F0E1C65}" destId="{071B1322-6D32-4B8C-81A2-E838C6EC5B27}" srcOrd="0" destOrd="0" presId="urn:microsoft.com/office/officeart/2018/2/layout/IconLabelList"/>
    <dgm:cxn modelId="{67A16608-BE3E-41D1-9601-372989FE5841}" type="presOf" srcId="{A76CAED0-5A38-43EC-897C-3AF304659DEB}" destId="{492FF939-FF03-4CD9-A2B3-8242E749B51E}" srcOrd="0" destOrd="0" presId="urn:microsoft.com/office/officeart/2018/2/layout/IconLabelList"/>
    <dgm:cxn modelId="{D167E177-D91E-4F02-B90C-1403FE07DED1}" srcId="{A76CAED0-5A38-43EC-897C-3AF304659DEB}" destId="{CB55D433-AB70-4BDD-9ED0-EF880F0E1C65}" srcOrd="1" destOrd="0" parTransId="{F5505E32-CA2B-4795-8AAF-13CB8E6D273C}" sibTransId="{A1EFF369-2FDC-4A42-B1DC-3A36551F379B}"/>
    <dgm:cxn modelId="{236214A6-EEF2-47E4-9DAD-9E8F18FB2B7E}" type="presOf" srcId="{6EFA5878-B753-4B4A-BA58-4EED9350FB1E}" destId="{C9FB9C3B-FFC4-4E98-A73B-C973C7934110}" srcOrd="0" destOrd="0" presId="urn:microsoft.com/office/officeart/2018/2/layout/IconLabelList"/>
    <dgm:cxn modelId="{A91CC3E6-932C-4010-ABE2-F07D28CB7892}" srcId="{A76CAED0-5A38-43EC-897C-3AF304659DEB}" destId="{6EFA5878-B753-4B4A-BA58-4EED9350FB1E}" srcOrd="0" destOrd="0" parTransId="{7509B939-01DA-493C-A8C7-EBA626A50ABD}" sibTransId="{19A958D1-900D-43BA-9C65-1D1D507495CD}"/>
    <dgm:cxn modelId="{B7649580-5115-48EF-8EEF-606D7B5CD10D}" type="presParOf" srcId="{492FF939-FF03-4CD9-A2B3-8242E749B51E}" destId="{A93CA7DE-6C82-4675-89B3-814142692B67}" srcOrd="0" destOrd="0" presId="urn:microsoft.com/office/officeart/2018/2/layout/IconLabelList"/>
    <dgm:cxn modelId="{4D540690-C232-412B-ACBD-88ABF1E93636}" type="presParOf" srcId="{A93CA7DE-6C82-4675-89B3-814142692B67}" destId="{70E3E405-4FA6-4003-90E0-A3169B3E9F0C}" srcOrd="0" destOrd="0" presId="urn:microsoft.com/office/officeart/2018/2/layout/IconLabelList"/>
    <dgm:cxn modelId="{C7B7CB7F-2AF3-4A51-B7AC-E3A30A98E098}" type="presParOf" srcId="{A93CA7DE-6C82-4675-89B3-814142692B67}" destId="{2B8149FA-A05E-4C5C-BBE6-72A459785A2F}" srcOrd="1" destOrd="0" presId="urn:microsoft.com/office/officeart/2018/2/layout/IconLabelList"/>
    <dgm:cxn modelId="{8E080FB4-2559-4E77-B2B9-C28DBA031AE6}" type="presParOf" srcId="{A93CA7DE-6C82-4675-89B3-814142692B67}" destId="{C9FB9C3B-FFC4-4E98-A73B-C973C7934110}" srcOrd="2" destOrd="0" presId="urn:microsoft.com/office/officeart/2018/2/layout/IconLabelList"/>
    <dgm:cxn modelId="{2CDDA2DF-D03E-48E5-910C-6231FCDCFD31}" type="presParOf" srcId="{492FF939-FF03-4CD9-A2B3-8242E749B51E}" destId="{99F52FFD-3678-4055-88DD-1417C99E9F7E}" srcOrd="1" destOrd="0" presId="urn:microsoft.com/office/officeart/2018/2/layout/IconLabelList"/>
    <dgm:cxn modelId="{A9892BFF-FEC3-4B30-B5A4-B9CDF6DD364E}" type="presParOf" srcId="{492FF939-FF03-4CD9-A2B3-8242E749B51E}" destId="{3E68506F-57BE-4283-A2FB-145A6B52EAB5}" srcOrd="2" destOrd="0" presId="urn:microsoft.com/office/officeart/2018/2/layout/IconLabelList"/>
    <dgm:cxn modelId="{9057F4D8-6F50-410F-BCB4-D38BDC645FEB}" type="presParOf" srcId="{3E68506F-57BE-4283-A2FB-145A6B52EAB5}" destId="{3B1AF371-6CF7-400C-9D61-4AB0ECD33A61}" srcOrd="0" destOrd="0" presId="urn:microsoft.com/office/officeart/2018/2/layout/IconLabelList"/>
    <dgm:cxn modelId="{7C422364-DB18-44E2-B73D-1A44B1F659B2}" type="presParOf" srcId="{3E68506F-57BE-4283-A2FB-145A6B52EAB5}" destId="{AE6F7068-3FFD-4653-A701-582E4BBD35E0}" srcOrd="1" destOrd="0" presId="urn:microsoft.com/office/officeart/2018/2/layout/IconLabelList"/>
    <dgm:cxn modelId="{6080F8D2-9DD9-4FE9-9841-A55AB2E815D3}" type="presParOf" srcId="{3E68506F-57BE-4283-A2FB-145A6B52EAB5}" destId="{071B1322-6D32-4B8C-81A2-E838C6EC5B27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57C6A3-473C-48F0-B0AE-416E7C4868F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2D5145-0ADD-4E79-8E41-5B24BCCF5827}">
      <dgm:prSet/>
      <dgm:spPr/>
      <dgm:t>
        <a:bodyPr/>
        <a:lstStyle/>
        <a:p>
          <a:r>
            <a:rPr lang="en-US" b="0" i="0"/>
            <a:t>Concetti chiave:</a:t>
          </a:r>
          <a:endParaRPr lang="en-US"/>
        </a:p>
      </dgm:t>
    </dgm:pt>
    <dgm:pt modelId="{32B339E0-45F9-4438-906E-847F1341E3B2}" type="parTrans" cxnId="{5DB4D7FD-17BC-4CE4-B74C-338090F8ABF3}">
      <dgm:prSet/>
      <dgm:spPr/>
      <dgm:t>
        <a:bodyPr/>
        <a:lstStyle/>
        <a:p>
          <a:endParaRPr lang="en-US"/>
        </a:p>
      </dgm:t>
    </dgm:pt>
    <dgm:pt modelId="{8C5CF388-EAAC-465D-BC84-EBAFB7EF9846}" type="sibTrans" cxnId="{5DB4D7FD-17BC-4CE4-B74C-338090F8ABF3}">
      <dgm:prSet/>
      <dgm:spPr/>
      <dgm:t>
        <a:bodyPr/>
        <a:lstStyle/>
        <a:p>
          <a:endParaRPr lang="en-US"/>
        </a:p>
      </dgm:t>
    </dgm:pt>
    <dgm:pt modelId="{FDEC1523-EF8C-45D6-9DFA-53FBC64560E7}">
      <dgm:prSet/>
      <dgm:spPr/>
      <dgm:t>
        <a:bodyPr/>
        <a:lstStyle/>
        <a:p>
          <a:r>
            <a:rPr lang="en-US" b="0" i="0"/>
            <a:t>- Incapsulamento</a:t>
          </a:r>
          <a:endParaRPr lang="en-US"/>
        </a:p>
      </dgm:t>
    </dgm:pt>
    <dgm:pt modelId="{989FC332-15CF-4552-90E6-A06EF62E1F19}" type="parTrans" cxnId="{E82F09C9-662C-4B8E-B2E2-5B6F6C838E70}">
      <dgm:prSet/>
      <dgm:spPr/>
      <dgm:t>
        <a:bodyPr/>
        <a:lstStyle/>
        <a:p>
          <a:endParaRPr lang="en-US"/>
        </a:p>
      </dgm:t>
    </dgm:pt>
    <dgm:pt modelId="{BEFDD9BE-3F36-48F0-B1BA-C37DB799A2E4}" type="sibTrans" cxnId="{E82F09C9-662C-4B8E-B2E2-5B6F6C838E70}">
      <dgm:prSet/>
      <dgm:spPr/>
      <dgm:t>
        <a:bodyPr/>
        <a:lstStyle/>
        <a:p>
          <a:endParaRPr lang="en-US"/>
        </a:p>
      </dgm:t>
    </dgm:pt>
    <dgm:pt modelId="{BE8EA25E-2131-4F21-A22B-23ABD0BCCD54}">
      <dgm:prSet/>
      <dgm:spPr/>
      <dgm:t>
        <a:bodyPr/>
        <a:lstStyle/>
        <a:p>
          <a:r>
            <a:rPr lang="en-US" b="0" i="0"/>
            <a:t>- Ereditarietà</a:t>
          </a:r>
          <a:endParaRPr lang="en-US"/>
        </a:p>
      </dgm:t>
    </dgm:pt>
    <dgm:pt modelId="{6FAD4C2F-8278-414B-92AD-584CC16FA34C}" type="parTrans" cxnId="{E96E0866-E351-48B5-AE32-A4A704C2F3FB}">
      <dgm:prSet/>
      <dgm:spPr/>
      <dgm:t>
        <a:bodyPr/>
        <a:lstStyle/>
        <a:p>
          <a:endParaRPr lang="en-US"/>
        </a:p>
      </dgm:t>
    </dgm:pt>
    <dgm:pt modelId="{4895C7FA-2473-4651-9095-04F93EF0F873}" type="sibTrans" cxnId="{E96E0866-E351-48B5-AE32-A4A704C2F3FB}">
      <dgm:prSet/>
      <dgm:spPr/>
      <dgm:t>
        <a:bodyPr/>
        <a:lstStyle/>
        <a:p>
          <a:endParaRPr lang="en-US"/>
        </a:p>
      </dgm:t>
    </dgm:pt>
    <dgm:pt modelId="{98FC505F-B0B0-4B2C-A41D-C58C96A66DC7}">
      <dgm:prSet/>
      <dgm:spPr/>
      <dgm:t>
        <a:bodyPr/>
        <a:lstStyle/>
        <a:p>
          <a:r>
            <a:rPr lang="en-US" b="0" i="0"/>
            <a:t>- Polimorfismo</a:t>
          </a:r>
          <a:endParaRPr lang="en-US"/>
        </a:p>
      </dgm:t>
    </dgm:pt>
    <dgm:pt modelId="{2C7F5DB1-21A8-45D0-8A1D-B8148A388097}" type="parTrans" cxnId="{0159F88A-3811-4DF0-BEF0-8FBDD7DCCE25}">
      <dgm:prSet/>
      <dgm:spPr/>
      <dgm:t>
        <a:bodyPr/>
        <a:lstStyle/>
        <a:p>
          <a:endParaRPr lang="en-US"/>
        </a:p>
      </dgm:t>
    </dgm:pt>
    <dgm:pt modelId="{5817FA67-5BC6-4B2E-98C3-0474F3D7F457}" type="sibTrans" cxnId="{0159F88A-3811-4DF0-BEF0-8FBDD7DCCE25}">
      <dgm:prSet/>
      <dgm:spPr/>
      <dgm:t>
        <a:bodyPr/>
        <a:lstStyle/>
        <a:p>
          <a:endParaRPr lang="en-US"/>
        </a:p>
      </dgm:t>
    </dgm:pt>
    <dgm:pt modelId="{C44E1D24-D710-4684-8102-51F49B25AB95}">
      <dgm:prSet/>
      <dgm:spPr/>
      <dgm:t>
        <a:bodyPr/>
        <a:lstStyle/>
        <a:p>
          <a:r>
            <a:rPr lang="en-US" b="0" i="0"/>
            <a:t>Le classi forniscono un modello per creare istanze (oggetti).</a:t>
          </a:r>
          <a:endParaRPr lang="en-US"/>
        </a:p>
      </dgm:t>
    </dgm:pt>
    <dgm:pt modelId="{D8C259E5-02B0-4155-8205-5166EA964E84}" type="parTrans" cxnId="{D6424FE4-0A0D-4637-A582-F901FE22E661}">
      <dgm:prSet/>
      <dgm:spPr/>
      <dgm:t>
        <a:bodyPr/>
        <a:lstStyle/>
        <a:p>
          <a:endParaRPr lang="en-US"/>
        </a:p>
      </dgm:t>
    </dgm:pt>
    <dgm:pt modelId="{A05C876C-29B6-42EE-8843-5E4EA2DB4A24}" type="sibTrans" cxnId="{D6424FE4-0A0D-4637-A582-F901FE22E661}">
      <dgm:prSet/>
      <dgm:spPr/>
      <dgm:t>
        <a:bodyPr/>
        <a:lstStyle/>
        <a:p>
          <a:endParaRPr lang="en-US"/>
        </a:p>
      </dgm:t>
    </dgm:pt>
    <dgm:pt modelId="{2B88ABD7-11DB-439A-B0C4-1BD5FAE4B31E}" type="pres">
      <dgm:prSet presAssocID="{2957C6A3-473C-48F0-B0AE-416E7C4868FE}" presName="linear" presStyleCnt="0">
        <dgm:presLayoutVars>
          <dgm:animLvl val="lvl"/>
          <dgm:resizeHandles val="exact"/>
        </dgm:presLayoutVars>
      </dgm:prSet>
      <dgm:spPr/>
    </dgm:pt>
    <dgm:pt modelId="{41A4DE3C-ECC5-4D28-A756-CEE2EA50552B}" type="pres">
      <dgm:prSet presAssocID="{2B2D5145-0ADD-4E79-8E41-5B24BCCF582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FE355A-1D9A-4E8A-8436-44D8FE51D579}" type="pres">
      <dgm:prSet presAssocID="{8C5CF388-EAAC-465D-BC84-EBAFB7EF9846}" presName="spacer" presStyleCnt="0"/>
      <dgm:spPr/>
    </dgm:pt>
    <dgm:pt modelId="{BA2892A2-F7B3-409F-9FB3-759CFBB92742}" type="pres">
      <dgm:prSet presAssocID="{FDEC1523-EF8C-45D6-9DFA-53FBC64560E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30CFAAA-801C-47D4-91D7-203C9396938F}" type="pres">
      <dgm:prSet presAssocID="{BEFDD9BE-3F36-48F0-B1BA-C37DB799A2E4}" presName="spacer" presStyleCnt="0"/>
      <dgm:spPr/>
    </dgm:pt>
    <dgm:pt modelId="{E11F147C-477B-43B2-A4F8-F44F5A179F2F}" type="pres">
      <dgm:prSet presAssocID="{BE8EA25E-2131-4F21-A22B-23ABD0BCCD5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406F06B-2253-4E59-AA05-88E42158771F}" type="pres">
      <dgm:prSet presAssocID="{4895C7FA-2473-4651-9095-04F93EF0F873}" presName="spacer" presStyleCnt="0"/>
      <dgm:spPr/>
    </dgm:pt>
    <dgm:pt modelId="{161B7FE5-ABF6-4CB2-BFAA-7EF778375FBE}" type="pres">
      <dgm:prSet presAssocID="{98FC505F-B0B0-4B2C-A41D-C58C96A66D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0C8FFB9-4D2C-4732-90BA-5E6EF10E85A9}" type="pres">
      <dgm:prSet presAssocID="{5817FA67-5BC6-4B2E-98C3-0474F3D7F457}" presName="spacer" presStyleCnt="0"/>
      <dgm:spPr/>
    </dgm:pt>
    <dgm:pt modelId="{9B61A447-717F-4E3B-9579-BB18EE032EB3}" type="pres">
      <dgm:prSet presAssocID="{C44E1D24-D710-4684-8102-51F49B25AB9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C284645-64A4-424E-84DC-D5239598EA3F}" type="presOf" srcId="{FDEC1523-EF8C-45D6-9DFA-53FBC64560E7}" destId="{BA2892A2-F7B3-409F-9FB3-759CFBB92742}" srcOrd="0" destOrd="0" presId="urn:microsoft.com/office/officeart/2005/8/layout/vList2"/>
    <dgm:cxn modelId="{E96E0866-E351-48B5-AE32-A4A704C2F3FB}" srcId="{2957C6A3-473C-48F0-B0AE-416E7C4868FE}" destId="{BE8EA25E-2131-4F21-A22B-23ABD0BCCD54}" srcOrd="2" destOrd="0" parTransId="{6FAD4C2F-8278-414B-92AD-584CC16FA34C}" sibTransId="{4895C7FA-2473-4651-9095-04F93EF0F873}"/>
    <dgm:cxn modelId="{0159F88A-3811-4DF0-BEF0-8FBDD7DCCE25}" srcId="{2957C6A3-473C-48F0-B0AE-416E7C4868FE}" destId="{98FC505F-B0B0-4B2C-A41D-C58C96A66DC7}" srcOrd="3" destOrd="0" parTransId="{2C7F5DB1-21A8-45D0-8A1D-B8148A388097}" sibTransId="{5817FA67-5BC6-4B2E-98C3-0474F3D7F457}"/>
    <dgm:cxn modelId="{7F1773A6-78AB-4ABC-961A-F1F0C22EA147}" type="presOf" srcId="{BE8EA25E-2131-4F21-A22B-23ABD0BCCD54}" destId="{E11F147C-477B-43B2-A4F8-F44F5A179F2F}" srcOrd="0" destOrd="0" presId="urn:microsoft.com/office/officeart/2005/8/layout/vList2"/>
    <dgm:cxn modelId="{E4F59EC7-D72A-4C18-9DFA-93EED64BD7A3}" type="presOf" srcId="{C44E1D24-D710-4684-8102-51F49B25AB95}" destId="{9B61A447-717F-4E3B-9579-BB18EE032EB3}" srcOrd="0" destOrd="0" presId="urn:microsoft.com/office/officeart/2005/8/layout/vList2"/>
    <dgm:cxn modelId="{E82F09C9-662C-4B8E-B2E2-5B6F6C838E70}" srcId="{2957C6A3-473C-48F0-B0AE-416E7C4868FE}" destId="{FDEC1523-EF8C-45D6-9DFA-53FBC64560E7}" srcOrd="1" destOrd="0" parTransId="{989FC332-15CF-4552-90E6-A06EF62E1F19}" sibTransId="{BEFDD9BE-3F36-48F0-B1BA-C37DB799A2E4}"/>
    <dgm:cxn modelId="{A85A29CA-7D3A-4FA8-8C05-AF5A1C89A300}" type="presOf" srcId="{2957C6A3-473C-48F0-B0AE-416E7C4868FE}" destId="{2B88ABD7-11DB-439A-B0C4-1BD5FAE4B31E}" srcOrd="0" destOrd="0" presId="urn:microsoft.com/office/officeart/2005/8/layout/vList2"/>
    <dgm:cxn modelId="{D6424FE4-0A0D-4637-A582-F901FE22E661}" srcId="{2957C6A3-473C-48F0-B0AE-416E7C4868FE}" destId="{C44E1D24-D710-4684-8102-51F49B25AB95}" srcOrd="4" destOrd="0" parTransId="{D8C259E5-02B0-4155-8205-5166EA964E84}" sibTransId="{A05C876C-29B6-42EE-8843-5E4EA2DB4A24}"/>
    <dgm:cxn modelId="{A044C5E4-6DD5-48B4-ADBD-5493CF4FE22D}" type="presOf" srcId="{98FC505F-B0B0-4B2C-A41D-C58C96A66DC7}" destId="{161B7FE5-ABF6-4CB2-BFAA-7EF778375FBE}" srcOrd="0" destOrd="0" presId="urn:microsoft.com/office/officeart/2005/8/layout/vList2"/>
    <dgm:cxn modelId="{5DB4D7FD-17BC-4CE4-B74C-338090F8ABF3}" srcId="{2957C6A3-473C-48F0-B0AE-416E7C4868FE}" destId="{2B2D5145-0ADD-4E79-8E41-5B24BCCF5827}" srcOrd="0" destOrd="0" parTransId="{32B339E0-45F9-4438-906E-847F1341E3B2}" sibTransId="{8C5CF388-EAAC-465D-BC84-EBAFB7EF9846}"/>
    <dgm:cxn modelId="{298D83FF-5153-45D6-9ADD-6A969FE30C25}" type="presOf" srcId="{2B2D5145-0ADD-4E79-8E41-5B24BCCF5827}" destId="{41A4DE3C-ECC5-4D28-A756-CEE2EA50552B}" srcOrd="0" destOrd="0" presId="urn:microsoft.com/office/officeart/2005/8/layout/vList2"/>
    <dgm:cxn modelId="{2F47D801-1B65-4CEA-AD36-7C640ABE6AF8}" type="presParOf" srcId="{2B88ABD7-11DB-439A-B0C4-1BD5FAE4B31E}" destId="{41A4DE3C-ECC5-4D28-A756-CEE2EA50552B}" srcOrd="0" destOrd="0" presId="urn:microsoft.com/office/officeart/2005/8/layout/vList2"/>
    <dgm:cxn modelId="{83E0252F-259C-494B-9FE7-DCCF32148B8D}" type="presParOf" srcId="{2B88ABD7-11DB-439A-B0C4-1BD5FAE4B31E}" destId="{DBFE355A-1D9A-4E8A-8436-44D8FE51D579}" srcOrd="1" destOrd="0" presId="urn:microsoft.com/office/officeart/2005/8/layout/vList2"/>
    <dgm:cxn modelId="{403254B7-D42E-4397-8031-78DC877D1923}" type="presParOf" srcId="{2B88ABD7-11DB-439A-B0C4-1BD5FAE4B31E}" destId="{BA2892A2-F7B3-409F-9FB3-759CFBB92742}" srcOrd="2" destOrd="0" presId="urn:microsoft.com/office/officeart/2005/8/layout/vList2"/>
    <dgm:cxn modelId="{96B91316-9F40-4246-A987-F2C0815B64DA}" type="presParOf" srcId="{2B88ABD7-11DB-439A-B0C4-1BD5FAE4B31E}" destId="{730CFAAA-801C-47D4-91D7-203C9396938F}" srcOrd="3" destOrd="0" presId="urn:microsoft.com/office/officeart/2005/8/layout/vList2"/>
    <dgm:cxn modelId="{173FF8E7-B7F1-4BB6-867B-CA88D39F6759}" type="presParOf" srcId="{2B88ABD7-11DB-439A-B0C4-1BD5FAE4B31E}" destId="{E11F147C-477B-43B2-A4F8-F44F5A179F2F}" srcOrd="4" destOrd="0" presId="urn:microsoft.com/office/officeart/2005/8/layout/vList2"/>
    <dgm:cxn modelId="{899D8A5E-F131-4EE5-BBB5-DD62C7636871}" type="presParOf" srcId="{2B88ABD7-11DB-439A-B0C4-1BD5FAE4B31E}" destId="{3406F06B-2253-4E59-AA05-88E42158771F}" srcOrd="5" destOrd="0" presId="urn:microsoft.com/office/officeart/2005/8/layout/vList2"/>
    <dgm:cxn modelId="{87AFAC81-76CE-4E3B-82EB-05EDD01F49A8}" type="presParOf" srcId="{2B88ABD7-11DB-439A-B0C4-1BD5FAE4B31E}" destId="{161B7FE5-ABF6-4CB2-BFAA-7EF778375FBE}" srcOrd="6" destOrd="0" presId="urn:microsoft.com/office/officeart/2005/8/layout/vList2"/>
    <dgm:cxn modelId="{9A08B06B-B8E5-49A7-B5E6-9F20FD5616FC}" type="presParOf" srcId="{2B88ABD7-11DB-439A-B0C4-1BD5FAE4B31E}" destId="{00C8FFB9-4D2C-4732-90BA-5E6EF10E85A9}" srcOrd="7" destOrd="0" presId="urn:microsoft.com/office/officeart/2005/8/layout/vList2"/>
    <dgm:cxn modelId="{38D0DEDA-F860-4583-A4EC-70CB96B4A633}" type="presParOf" srcId="{2B88ABD7-11DB-439A-B0C4-1BD5FAE4B31E}" destId="{9B61A447-717F-4E3B-9579-BB18EE032EB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11F4A5-2B38-4302-A0A0-D4E8FC43D71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B4B2C0-5701-4B07-9761-9C7C6B90352F}">
      <dgm:prSet/>
      <dgm:spPr/>
      <dgm:t>
        <a:bodyPr/>
        <a:lstStyle/>
        <a:p>
          <a:r>
            <a:rPr lang="en-US" b="0" i="0"/>
            <a:t>Oggetti: strutture dati uniche.</a:t>
          </a:r>
          <a:endParaRPr lang="en-US"/>
        </a:p>
      </dgm:t>
    </dgm:pt>
    <dgm:pt modelId="{6C65EAD7-2336-43E1-9D3D-A8509A39F746}" type="parTrans" cxnId="{717F920F-60AD-45F0-B49B-16EBA10675BB}">
      <dgm:prSet/>
      <dgm:spPr/>
      <dgm:t>
        <a:bodyPr/>
        <a:lstStyle/>
        <a:p>
          <a:endParaRPr lang="en-US"/>
        </a:p>
      </dgm:t>
    </dgm:pt>
    <dgm:pt modelId="{5237DB48-6ADC-4CC2-A7EA-538E5A7C6AFB}" type="sibTrans" cxnId="{717F920F-60AD-45F0-B49B-16EBA10675BB}">
      <dgm:prSet/>
      <dgm:spPr/>
      <dgm:t>
        <a:bodyPr/>
        <a:lstStyle/>
        <a:p>
          <a:endParaRPr lang="en-US"/>
        </a:p>
      </dgm:t>
    </dgm:pt>
    <dgm:pt modelId="{BF8223F4-2E3D-4CBE-9DFB-CFF32E59A95D}">
      <dgm:prSet/>
      <dgm:spPr/>
      <dgm:t>
        <a:bodyPr/>
        <a:lstStyle/>
        <a:p>
          <a:r>
            <a:rPr lang="en-US" b="0" i="0"/>
            <a:t>Classi: modelli per creare più oggetti simili.</a:t>
          </a:r>
          <a:endParaRPr lang="en-US"/>
        </a:p>
      </dgm:t>
    </dgm:pt>
    <dgm:pt modelId="{00ABDEB8-8292-42E4-B8E5-C06DC4C8DDCC}" type="parTrans" cxnId="{CC4ED420-93F1-4408-89C6-8183A453AF0B}">
      <dgm:prSet/>
      <dgm:spPr/>
      <dgm:t>
        <a:bodyPr/>
        <a:lstStyle/>
        <a:p>
          <a:endParaRPr lang="en-US"/>
        </a:p>
      </dgm:t>
    </dgm:pt>
    <dgm:pt modelId="{1FDDDBF1-D1AC-4E1B-B784-DAD28CBF258D}" type="sibTrans" cxnId="{CC4ED420-93F1-4408-89C6-8183A453AF0B}">
      <dgm:prSet/>
      <dgm:spPr/>
      <dgm:t>
        <a:bodyPr/>
        <a:lstStyle/>
        <a:p>
          <a:endParaRPr lang="en-US"/>
        </a:p>
      </dgm:t>
    </dgm:pt>
    <dgm:pt modelId="{0F48E34C-42DE-4A1A-80F8-B4CFE95D0573}">
      <dgm:prSet/>
      <dgm:spPr/>
      <dgm:t>
        <a:bodyPr/>
        <a:lstStyle/>
        <a:p>
          <a:r>
            <a:rPr lang="en-US" b="0" i="0"/>
            <a:t>Favoriscono riuso e manutenibilità del codice.</a:t>
          </a:r>
          <a:endParaRPr lang="en-US"/>
        </a:p>
      </dgm:t>
    </dgm:pt>
    <dgm:pt modelId="{93E26D77-8D80-4F25-82EA-5942339702D0}" type="parTrans" cxnId="{ADC27E7C-7C30-4FE5-8F98-8816D5CF5A04}">
      <dgm:prSet/>
      <dgm:spPr/>
      <dgm:t>
        <a:bodyPr/>
        <a:lstStyle/>
        <a:p>
          <a:endParaRPr lang="en-US"/>
        </a:p>
      </dgm:t>
    </dgm:pt>
    <dgm:pt modelId="{872BE871-AD96-42BC-9E90-A26D1FB3722C}" type="sibTrans" cxnId="{ADC27E7C-7C30-4FE5-8F98-8816D5CF5A04}">
      <dgm:prSet/>
      <dgm:spPr/>
      <dgm:t>
        <a:bodyPr/>
        <a:lstStyle/>
        <a:p>
          <a:endParaRPr lang="en-US"/>
        </a:p>
      </dgm:t>
    </dgm:pt>
    <dgm:pt modelId="{F4CC020B-61AD-47E1-87E0-14C46582B764}" type="pres">
      <dgm:prSet presAssocID="{EA11F4A5-2B38-4302-A0A0-D4E8FC43D7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6596A9-3CD9-4882-BE01-092400BC91AF}" type="pres">
      <dgm:prSet presAssocID="{A8B4B2C0-5701-4B07-9761-9C7C6B90352F}" presName="hierRoot1" presStyleCnt="0"/>
      <dgm:spPr/>
    </dgm:pt>
    <dgm:pt modelId="{7211FC5B-CF11-4716-A775-63F533CA2A0F}" type="pres">
      <dgm:prSet presAssocID="{A8B4B2C0-5701-4B07-9761-9C7C6B90352F}" presName="composite" presStyleCnt="0"/>
      <dgm:spPr/>
    </dgm:pt>
    <dgm:pt modelId="{5302F480-E93C-4181-9824-4CA3AEF61617}" type="pres">
      <dgm:prSet presAssocID="{A8B4B2C0-5701-4B07-9761-9C7C6B90352F}" presName="background" presStyleLbl="node0" presStyleIdx="0" presStyleCnt="3"/>
      <dgm:spPr/>
    </dgm:pt>
    <dgm:pt modelId="{F764E275-30B4-41E1-8D42-66E793ED97E8}" type="pres">
      <dgm:prSet presAssocID="{A8B4B2C0-5701-4B07-9761-9C7C6B90352F}" presName="text" presStyleLbl="fgAcc0" presStyleIdx="0" presStyleCnt="3">
        <dgm:presLayoutVars>
          <dgm:chPref val="3"/>
        </dgm:presLayoutVars>
      </dgm:prSet>
      <dgm:spPr/>
    </dgm:pt>
    <dgm:pt modelId="{952E5DED-C8C5-4703-930D-C612066499A3}" type="pres">
      <dgm:prSet presAssocID="{A8B4B2C0-5701-4B07-9761-9C7C6B90352F}" presName="hierChild2" presStyleCnt="0"/>
      <dgm:spPr/>
    </dgm:pt>
    <dgm:pt modelId="{99085B6E-B9D4-4A5E-A251-637C48D47750}" type="pres">
      <dgm:prSet presAssocID="{BF8223F4-2E3D-4CBE-9DFB-CFF32E59A95D}" presName="hierRoot1" presStyleCnt="0"/>
      <dgm:spPr/>
    </dgm:pt>
    <dgm:pt modelId="{78212D5C-21F0-4B54-B1C1-F5AFF27612E8}" type="pres">
      <dgm:prSet presAssocID="{BF8223F4-2E3D-4CBE-9DFB-CFF32E59A95D}" presName="composite" presStyleCnt="0"/>
      <dgm:spPr/>
    </dgm:pt>
    <dgm:pt modelId="{9CA16DBD-49BD-400C-B69F-138788071468}" type="pres">
      <dgm:prSet presAssocID="{BF8223F4-2E3D-4CBE-9DFB-CFF32E59A95D}" presName="background" presStyleLbl="node0" presStyleIdx="1" presStyleCnt="3"/>
      <dgm:spPr/>
    </dgm:pt>
    <dgm:pt modelId="{C4A4F690-C779-4544-8F8C-F0AA33FB8516}" type="pres">
      <dgm:prSet presAssocID="{BF8223F4-2E3D-4CBE-9DFB-CFF32E59A95D}" presName="text" presStyleLbl="fgAcc0" presStyleIdx="1" presStyleCnt="3">
        <dgm:presLayoutVars>
          <dgm:chPref val="3"/>
        </dgm:presLayoutVars>
      </dgm:prSet>
      <dgm:spPr/>
    </dgm:pt>
    <dgm:pt modelId="{57094B6D-E9C2-4D8B-8EEC-2E0E70DA64DA}" type="pres">
      <dgm:prSet presAssocID="{BF8223F4-2E3D-4CBE-9DFB-CFF32E59A95D}" presName="hierChild2" presStyleCnt="0"/>
      <dgm:spPr/>
    </dgm:pt>
    <dgm:pt modelId="{60AFB54C-5346-41C0-9718-F9E5C201EEFB}" type="pres">
      <dgm:prSet presAssocID="{0F48E34C-42DE-4A1A-80F8-B4CFE95D0573}" presName="hierRoot1" presStyleCnt="0"/>
      <dgm:spPr/>
    </dgm:pt>
    <dgm:pt modelId="{0B0A84EA-B770-4DED-B6FA-F2BA279750AD}" type="pres">
      <dgm:prSet presAssocID="{0F48E34C-42DE-4A1A-80F8-B4CFE95D0573}" presName="composite" presStyleCnt="0"/>
      <dgm:spPr/>
    </dgm:pt>
    <dgm:pt modelId="{669A3F65-B65B-4E57-92F4-406ACC73874A}" type="pres">
      <dgm:prSet presAssocID="{0F48E34C-42DE-4A1A-80F8-B4CFE95D0573}" presName="background" presStyleLbl="node0" presStyleIdx="2" presStyleCnt="3"/>
      <dgm:spPr/>
    </dgm:pt>
    <dgm:pt modelId="{BC019119-F08A-4C09-A52D-D4F24328373F}" type="pres">
      <dgm:prSet presAssocID="{0F48E34C-42DE-4A1A-80F8-B4CFE95D0573}" presName="text" presStyleLbl="fgAcc0" presStyleIdx="2" presStyleCnt="3">
        <dgm:presLayoutVars>
          <dgm:chPref val="3"/>
        </dgm:presLayoutVars>
      </dgm:prSet>
      <dgm:spPr/>
    </dgm:pt>
    <dgm:pt modelId="{4DF990A8-467C-49FB-9818-7F8555547929}" type="pres">
      <dgm:prSet presAssocID="{0F48E34C-42DE-4A1A-80F8-B4CFE95D0573}" presName="hierChild2" presStyleCnt="0"/>
      <dgm:spPr/>
    </dgm:pt>
  </dgm:ptLst>
  <dgm:cxnLst>
    <dgm:cxn modelId="{79DB6504-11F3-4153-AAC5-355B570EAA7F}" type="presOf" srcId="{0F48E34C-42DE-4A1A-80F8-B4CFE95D0573}" destId="{BC019119-F08A-4C09-A52D-D4F24328373F}" srcOrd="0" destOrd="0" presId="urn:microsoft.com/office/officeart/2005/8/layout/hierarchy1"/>
    <dgm:cxn modelId="{717F920F-60AD-45F0-B49B-16EBA10675BB}" srcId="{EA11F4A5-2B38-4302-A0A0-D4E8FC43D713}" destId="{A8B4B2C0-5701-4B07-9761-9C7C6B90352F}" srcOrd="0" destOrd="0" parTransId="{6C65EAD7-2336-43E1-9D3D-A8509A39F746}" sibTransId="{5237DB48-6ADC-4CC2-A7EA-538E5A7C6AFB}"/>
    <dgm:cxn modelId="{CC4ED420-93F1-4408-89C6-8183A453AF0B}" srcId="{EA11F4A5-2B38-4302-A0A0-D4E8FC43D713}" destId="{BF8223F4-2E3D-4CBE-9DFB-CFF32E59A95D}" srcOrd="1" destOrd="0" parTransId="{00ABDEB8-8292-42E4-B8E5-C06DC4C8DDCC}" sibTransId="{1FDDDBF1-D1AC-4E1B-B784-DAD28CBF258D}"/>
    <dgm:cxn modelId="{ADC27E7C-7C30-4FE5-8F98-8816D5CF5A04}" srcId="{EA11F4A5-2B38-4302-A0A0-D4E8FC43D713}" destId="{0F48E34C-42DE-4A1A-80F8-B4CFE95D0573}" srcOrd="2" destOrd="0" parTransId="{93E26D77-8D80-4F25-82EA-5942339702D0}" sibTransId="{872BE871-AD96-42BC-9E90-A26D1FB3722C}"/>
    <dgm:cxn modelId="{A3C8BC88-36EC-475D-B1E8-2451053A85DE}" type="presOf" srcId="{EA11F4A5-2B38-4302-A0A0-D4E8FC43D713}" destId="{F4CC020B-61AD-47E1-87E0-14C46582B764}" srcOrd="0" destOrd="0" presId="urn:microsoft.com/office/officeart/2005/8/layout/hierarchy1"/>
    <dgm:cxn modelId="{08D7FF8E-3A0E-42A9-9D80-4422171A6C35}" type="presOf" srcId="{BF8223F4-2E3D-4CBE-9DFB-CFF32E59A95D}" destId="{C4A4F690-C779-4544-8F8C-F0AA33FB8516}" srcOrd="0" destOrd="0" presId="urn:microsoft.com/office/officeart/2005/8/layout/hierarchy1"/>
    <dgm:cxn modelId="{F3FD6BE7-4478-44E6-B2F9-AD1A6CB9BF64}" type="presOf" srcId="{A8B4B2C0-5701-4B07-9761-9C7C6B90352F}" destId="{F764E275-30B4-41E1-8D42-66E793ED97E8}" srcOrd="0" destOrd="0" presId="urn:microsoft.com/office/officeart/2005/8/layout/hierarchy1"/>
    <dgm:cxn modelId="{0031A9CE-E047-44F5-8591-205DBD231EC1}" type="presParOf" srcId="{F4CC020B-61AD-47E1-87E0-14C46582B764}" destId="{A16596A9-3CD9-4882-BE01-092400BC91AF}" srcOrd="0" destOrd="0" presId="urn:microsoft.com/office/officeart/2005/8/layout/hierarchy1"/>
    <dgm:cxn modelId="{05A1C536-8BBD-471F-A6D7-B30AF7F0AAE6}" type="presParOf" srcId="{A16596A9-3CD9-4882-BE01-092400BC91AF}" destId="{7211FC5B-CF11-4716-A775-63F533CA2A0F}" srcOrd="0" destOrd="0" presId="urn:microsoft.com/office/officeart/2005/8/layout/hierarchy1"/>
    <dgm:cxn modelId="{11DDB52D-4B95-4CFD-BC7E-7AE17F41AF37}" type="presParOf" srcId="{7211FC5B-CF11-4716-A775-63F533CA2A0F}" destId="{5302F480-E93C-4181-9824-4CA3AEF61617}" srcOrd="0" destOrd="0" presId="urn:microsoft.com/office/officeart/2005/8/layout/hierarchy1"/>
    <dgm:cxn modelId="{08DB10B7-1F89-44C2-93FA-25228E076BEA}" type="presParOf" srcId="{7211FC5B-CF11-4716-A775-63F533CA2A0F}" destId="{F764E275-30B4-41E1-8D42-66E793ED97E8}" srcOrd="1" destOrd="0" presId="urn:microsoft.com/office/officeart/2005/8/layout/hierarchy1"/>
    <dgm:cxn modelId="{39771CA5-91E0-4514-B0AD-A17D8124BA03}" type="presParOf" srcId="{A16596A9-3CD9-4882-BE01-092400BC91AF}" destId="{952E5DED-C8C5-4703-930D-C612066499A3}" srcOrd="1" destOrd="0" presId="urn:microsoft.com/office/officeart/2005/8/layout/hierarchy1"/>
    <dgm:cxn modelId="{D8BC1F59-CB96-48A5-8779-841A24D9FFDC}" type="presParOf" srcId="{F4CC020B-61AD-47E1-87E0-14C46582B764}" destId="{99085B6E-B9D4-4A5E-A251-637C48D47750}" srcOrd="1" destOrd="0" presId="urn:microsoft.com/office/officeart/2005/8/layout/hierarchy1"/>
    <dgm:cxn modelId="{85FF1FBB-8BB1-445C-B46C-77624F73C33F}" type="presParOf" srcId="{99085B6E-B9D4-4A5E-A251-637C48D47750}" destId="{78212D5C-21F0-4B54-B1C1-F5AFF27612E8}" srcOrd="0" destOrd="0" presId="urn:microsoft.com/office/officeart/2005/8/layout/hierarchy1"/>
    <dgm:cxn modelId="{29C9C128-8DB4-4498-B41D-D673D365BC3D}" type="presParOf" srcId="{78212D5C-21F0-4B54-B1C1-F5AFF27612E8}" destId="{9CA16DBD-49BD-400C-B69F-138788071468}" srcOrd="0" destOrd="0" presId="urn:microsoft.com/office/officeart/2005/8/layout/hierarchy1"/>
    <dgm:cxn modelId="{4F37E684-905B-45EC-8834-E4F3E640B201}" type="presParOf" srcId="{78212D5C-21F0-4B54-B1C1-F5AFF27612E8}" destId="{C4A4F690-C779-4544-8F8C-F0AA33FB8516}" srcOrd="1" destOrd="0" presId="urn:microsoft.com/office/officeart/2005/8/layout/hierarchy1"/>
    <dgm:cxn modelId="{481B1844-9AF0-4EC2-A529-AD0A7FC4A25D}" type="presParOf" srcId="{99085B6E-B9D4-4A5E-A251-637C48D47750}" destId="{57094B6D-E9C2-4D8B-8EEC-2E0E70DA64DA}" srcOrd="1" destOrd="0" presId="urn:microsoft.com/office/officeart/2005/8/layout/hierarchy1"/>
    <dgm:cxn modelId="{513828A7-9379-470F-AA30-56F6A605D6C3}" type="presParOf" srcId="{F4CC020B-61AD-47E1-87E0-14C46582B764}" destId="{60AFB54C-5346-41C0-9718-F9E5C201EEFB}" srcOrd="2" destOrd="0" presId="urn:microsoft.com/office/officeart/2005/8/layout/hierarchy1"/>
    <dgm:cxn modelId="{51D5E93E-610B-4238-AFAE-888C6F33E7DA}" type="presParOf" srcId="{60AFB54C-5346-41C0-9718-F9E5C201EEFB}" destId="{0B0A84EA-B770-4DED-B6FA-F2BA279750AD}" srcOrd="0" destOrd="0" presId="urn:microsoft.com/office/officeart/2005/8/layout/hierarchy1"/>
    <dgm:cxn modelId="{2B733024-FF0A-48D6-A618-BD3C6E7A2806}" type="presParOf" srcId="{0B0A84EA-B770-4DED-B6FA-F2BA279750AD}" destId="{669A3F65-B65B-4E57-92F4-406ACC73874A}" srcOrd="0" destOrd="0" presId="urn:microsoft.com/office/officeart/2005/8/layout/hierarchy1"/>
    <dgm:cxn modelId="{166D8DC2-5186-4FCE-A41F-6D3A96324B3A}" type="presParOf" srcId="{0B0A84EA-B770-4DED-B6FA-F2BA279750AD}" destId="{BC019119-F08A-4C09-A52D-D4F24328373F}" srcOrd="1" destOrd="0" presId="urn:microsoft.com/office/officeart/2005/8/layout/hierarchy1"/>
    <dgm:cxn modelId="{C1980491-3000-4A31-8BDA-07BEFF42438A}" type="presParOf" srcId="{60AFB54C-5346-41C0-9718-F9E5C201EEFB}" destId="{4DF990A8-467C-49FB-9818-7F85555479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AB51D8-47AC-4AD2-B79B-6FB32605C8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050A280-3C4B-4CB5-9857-83FCF24629A5}">
      <dgm:prSet/>
      <dgm:spPr/>
      <dgm:t>
        <a:bodyPr/>
        <a:lstStyle/>
        <a:p>
          <a:r>
            <a:rPr lang="en-US" b="0" i="0"/>
            <a:t>- Constructor: inizializza le proprietà</a:t>
          </a:r>
          <a:endParaRPr lang="en-US"/>
        </a:p>
      </dgm:t>
    </dgm:pt>
    <dgm:pt modelId="{E866690B-A62E-402F-88DF-17B04B87E25A}" type="parTrans" cxnId="{236997A4-D05C-4E55-88E7-3ECDBDC50994}">
      <dgm:prSet/>
      <dgm:spPr/>
      <dgm:t>
        <a:bodyPr/>
        <a:lstStyle/>
        <a:p>
          <a:endParaRPr lang="en-US"/>
        </a:p>
      </dgm:t>
    </dgm:pt>
    <dgm:pt modelId="{9359117A-4520-48A0-96CE-92B9D0C0A042}" type="sibTrans" cxnId="{236997A4-D05C-4E55-88E7-3ECDBDC50994}">
      <dgm:prSet/>
      <dgm:spPr/>
      <dgm:t>
        <a:bodyPr/>
        <a:lstStyle/>
        <a:p>
          <a:endParaRPr lang="en-US"/>
        </a:p>
      </dgm:t>
    </dgm:pt>
    <dgm:pt modelId="{A1DF9456-51D2-44BF-BD42-AA60366FF806}">
      <dgm:prSet/>
      <dgm:spPr/>
      <dgm:t>
        <a:bodyPr/>
        <a:lstStyle/>
        <a:p>
          <a:r>
            <a:rPr lang="en-US" b="0" i="0"/>
            <a:t>- Metodi: definiscono i comportamenti</a:t>
          </a:r>
          <a:endParaRPr lang="en-US"/>
        </a:p>
      </dgm:t>
    </dgm:pt>
    <dgm:pt modelId="{2BAF25ED-B6B4-4D77-A8E8-006122B79C29}" type="parTrans" cxnId="{4706CF41-17BE-4965-B722-11C313F10428}">
      <dgm:prSet/>
      <dgm:spPr/>
      <dgm:t>
        <a:bodyPr/>
        <a:lstStyle/>
        <a:p>
          <a:endParaRPr lang="en-US"/>
        </a:p>
      </dgm:t>
    </dgm:pt>
    <dgm:pt modelId="{981B6A5A-F15D-46D1-B273-0CF69414B3E6}" type="sibTrans" cxnId="{4706CF41-17BE-4965-B722-11C313F10428}">
      <dgm:prSet/>
      <dgm:spPr/>
      <dgm:t>
        <a:bodyPr/>
        <a:lstStyle/>
        <a:p>
          <a:endParaRPr lang="en-US"/>
        </a:p>
      </dgm:t>
    </dgm:pt>
    <dgm:pt modelId="{A44126A6-9B3F-4C24-B486-318A922B1232}">
      <dgm:prSet/>
      <dgm:spPr/>
      <dgm:t>
        <a:bodyPr/>
        <a:lstStyle/>
        <a:p>
          <a:r>
            <a:rPr lang="en-US" b="0" i="0"/>
            <a:t>- Parola chiave `this`: riferisce all'istanza corrente</a:t>
          </a:r>
          <a:endParaRPr lang="en-US"/>
        </a:p>
      </dgm:t>
    </dgm:pt>
    <dgm:pt modelId="{937D759C-90DB-4FF7-91A6-B1CD1448F2C7}" type="parTrans" cxnId="{0F153ACB-B8D3-4BC9-8A1B-2FD708FE9C2B}">
      <dgm:prSet/>
      <dgm:spPr/>
      <dgm:t>
        <a:bodyPr/>
        <a:lstStyle/>
        <a:p>
          <a:endParaRPr lang="en-US"/>
        </a:p>
      </dgm:t>
    </dgm:pt>
    <dgm:pt modelId="{2B484FD1-F7CA-4B82-83C2-6943A490B94F}" type="sibTrans" cxnId="{0F153ACB-B8D3-4BC9-8A1B-2FD708FE9C2B}">
      <dgm:prSet/>
      <dgm:spPr/>
      <dgm:t>
        <a:bodyPr/>
        <a:lstStyle/>
        <a:p>
          <a:endParaRPr lang="en-US"/>
        </a:p>
      </dgm:t>
    </dgm:pt>
    <dgm:pt modelId="{D9432991-6231-4CEB-9F65-1288A56F47FD}" type="pres">
      <dgm:prSet presAssocID="{53AB51D8-47AC-4AD2-B79B-6FB32605C809}" presName="root" presStyleCnt="0">
        <dgm:presLayoutVars>
          <dgm:dir/>
          <dgm:resizeHandles val="exact"/>
        </dgm:presLayoutVars>
      </dgm:prSet>
      <dgm:spPr/>
    </dgm:pt>
    <dgm:pt modelId="{B1A8428F-F783-4856-98A1-7FB5C94793B2}" type="pres">
      <dgm:prSet presAssocID="{6050A280-3C4B-4CB5-9857-83FCF24629A5}" presName="compNode" presStyleCnt="0"/>
      <dgm:spPr/>
    </dgm:pt>
    <dgm:pt modelId="{4F999F09-3578-4E70-8B29-9BD365EEB467}" type="pres">
      <dgm:prSet presAssocID="{6050A280-3C4B-4CB5-9857-83FCF24629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ificio"/>
        </a:ext>
      </dgm:extLst>
    </dgm:pt>
    <dgm:pt modelId="{9F2C2E75-574A-4951-8E63-955BC8488B5E}" type="pres">
      <dgm:prSet presAssocID="{6050A280-3C4B-4CB5-9857-83FCF24629A5}" presName="spaceRect" presStyleCnt="0"/>
      <dgm:spPr/>
    </dgm:pt>
    <dgm:pt modelId="{665F53D4-8C76-41B1-B512-7108EF4DA81C}" type="pres">
      <dgm:prSet presAssocID="{6050A280-3C4B-4CB5-9857-83FCF24629A5}" presName="textRect" presStyleLbl="revTx" presStyleIdx="0" presStyleCnt="3">
        <dgm:presLayoutVars>
          <dgm:chMax val="1"/>
          <dgm:chPref val="1"/>
        </dgm:presLayoutVars>
      </dgm:prSet>
      <dgm:spPr/>
    </dgm:pt>
    <dgm:pt modelId="{BABD7111-84D5-44FD-98A9-B2D902DEA21D}" type="pres">
      <dgm:prSet presAssocID="{9359117A-4520-48A0-96CE-92B9D0C0A042}" presName="sibTrans" presStyleCnt="0"/>
      <dgm:spPr/>
    </dgm:pt>
    <dgm:pt modelId="{43A0A44B-BE0A-41B5-AF8C-057F586B491A}" type="pres">
      <dgm:prSet presAssocID="{A1DF9456-51D2-44BF-BD42-AA60366FF806}" presName="compNode" presStyleCnt="0"/>
      <dgm:spPr/>
    </dgm:pt>
    <dgm:pt modelId="{7BC6398E-FCFA-44CF-AAE0-9D3D42E35FAB}" type="pres">
      <dgm:prSet presAssocID="{A1DF9456-51D2-44BF-BD42-AA60366FF8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po"/>
        </a:ext>
      </dgm:extLst>
    </dgm:pt>
    <dgm:pt modelId="{C62B602A-9AF4-4CA3-A219-5D3718F3193C}" type="pres">
      <dgm:prSet presAssocID="{A1DF9456-51D2-44BF-BD42-AA60366FF806}" presName="spaceRect" presStyleCnt="0"/>
      <dgm:spPr/>
    </dgm:pt>
    <dgm:pt modelId="{D1815557-9A60-4E1F-9146-9C4B222B16C8}" type="pres">
      <dgm:prSet presAssocID="{A1DF9456-51D2-44BF-BD42-AA60366FF806}" presName="textRect" presStyleLbl="revTx" presStyleIdx="1" presStyleCnt="3">
        <dgm:presLayoutVars>
          <dgm:chMax val="1"/>
          <dgm:chPref val="1"/>
        </dgm:presLayoutVars>
      </dgm:prSet>
      <dgm:spPr/>
    </dgm:pt>
    <dgm:pt modelId="{BAB86E0B-75F5-4163-ADB8-38010FE88AF2}" type="pres">
      <dgm:prSet presAssocID="{981B6A5A-F15D-46D1-B273-0CF69414B3E6}" presName="sibTrans" presStyleCnt="0"/>
      <dgm:spPr/>
    </dgm:pt>
    <dgm:pt modelId="{A4ADD70E-314B-4487-83C5-8C2E629FE180}" type="pres">
      <dgm:prSet presAssocID="{A44126A6-9B3F-4C24-B486-318A922B1232}" presName="compNode" presStyleCnt="0"/>
      <dgm:spPr/>
    </dgm:pt>
    <dgm:pt modelId="{0E3A50D2-F685-4B18-A6A1-4AC9B1ECC242}" type="pres">
      <dgm:prSet presAssocID="{A44126A6-9B3F-4C24-B486-318A922B12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iave"/>
        </a:ext>
      </dgm:extLst>
    </dgm:pt>
    <dgm:pt modelId="{E6047E89-9822-4252-9719-EC6B4D62D799}" type="pres">
      <dgm:prSet presAssocID="{A44126A6-9B3F-4C24-B486-318A922B1232}" presName="spaceRect" presStyleCnt="0"/>
      <dgm:spPr/>
    </dgm:pt>
    <dgm:pt modelId="{07C5BACF-8905-449C-9CDC-BBB507D781F3}" type="pres">
      <dgm:prSet presAssocID="{A44126A6-9B3F-4C24-B486-318A922B12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06CF41-17BE-4965-B722-11C313F10428}" srcId="{53AB51D8-47AC-4AD2-B79B-6FB32605C809}" destId="{A1DF9456-51D2-44BF-BD42-AA60366FF806}" srcOrd="1" destOrd="0" parTransId="{2BAF25ED-B6B4-4D77-A8E8-006122B79C29}" sibTransId="{981B6A5A-F15D-46D1-B273-0CF69414B3E6}"/>
    <dgm:cxn modelId="{7E3A6284-0F03-417F-B1F0-BE101A4086B5}" type="presOf" srcId="{A1DF9456-51D2-44BF-BD42-AA60366FF806}" destId="{D1815557-9A60-4E1F-9146-9C4B222B16C8}" srcOrd="0" destOrd="0" presId="urn:microsoft.com/office/officeart/2018/2/layout/IconLabelList"/>
    <dgm:cxn modelId="{954E7CA0-CCF4-4835-B438-13839FC77168}" type="presOf" srcId="{A44126A6-9B3F-4C24-B486-318A922B1232}" destId="{07C5BACF-8905-449C-9CDC-BBB507D781F3}" srcOrd="0" destOrd="0" presId="urn:microsoft.com/office/officeart/2018/2/layout/IconLabelList"/>
    <dgm:cxn modelId="{236997A4-D05C-4E55-88E7-3ECDBDC50994}" srcId="{53AB51D8-47AC-4AD2-B79B-6FB32605C809}" destId="{6050A280-3C4B-4CB5-9857-83FCF24629A5}" srcOrd="0" destOrd="0" parTransId="{E866690B-A62E-402F-88DF-17B04B87E25A}" sibTransId="{9359117A-4520-48A0-96CE-92B9D0C0A042}"/>
    <dgm:cxn modelId="{0F153ACB-B8D3-4BC9-8A1B-2FD708FE9C2B}" srcId="{53AB51D8-47AC-4AD2-B79B-6FB32605C809}" destId="{A44126A6-9B3F-4C24-B486-318A922B1232}" srcOrd="2" destOrd="0" parTransId="{937D759C-90DB-4FF7-91A6-B1CD1448F2C7}" sibTransId="{2B484FD1-F7CA-4B82-83C2-6943A490B94F}"/>
    <dgm:cxn modelId="{E5530EF6-B87D-4C1F-B41C-DAA047054944}" type="presOf" srcId="{6050A280-3C4B-4CB5-9857-83FCF24629A5}" destId="{665F53D4-8C76-41B1-B512-7108EF4DA81C}" srcOrd="0" destOrd="0" presId="urn:microsoft.com/office/officeart/2018/2/layout/IconLabelList"/>
    <dgm:cxn modelId="{8D1A74FF-A81A-4DF0-B63D-EBC13D709BC9}" type="presOf" srcId="{53AB51D8-47AC-4AD2-B79B-6FB32605C809}" destId="{D9432991-6231-4CEB-9F65-1288A56F47FD}" srcOrd="0" destOrd="0" presId="urn:microsoft.com/office/officeart/2018/2/layout/IconLabelList"/>
    <dgm:cxn modelId="{66C1BF78-DB05-4379-B77F-79338C20F039}" type="presParOf" srcId="{D9432991-6231-4CEB-9F65-1288A56F47FD}" destId="{B1A8428F-F783-4856-98A1-7FB5C94793B2}" srcOrd="0" destOrd="0" presId="urn:microsoft.com/office/officeart/2018/2/layout/IconLabelList"/>
    <dgm:cxn modelId="{F52D21C3-4B16-4101-928C-A78325C37849}" type="presParOf" srcId="{B1A8428F-F783-4856-98A1-7FB5C94793B2}" destId="{4F999F09-3578-4E70-8B29-9BD365EEB467}" srcOrd="0" destOrd="0" presId="urn:microsoft.com/office/officeart/2018/2/layout/IconLabelList"/>
    <dgm:cxn modelId="{F99B1AD1-F0E1-40C1-B5F3-C0291CF04973}" type="presParOf" srcId="{B1A8428F-F783-4856-98A1-7FB5C94793B2}" destId="{9F2C2E75-574A-4951-8E63-955BC8488B5E}" srcOrd="1" destOrd="0" presId="urn:microsoft.com/office/officeart/2018/2/layout/IconLabelList"/>
    <dgm:cxn modelId="{F5BC8385-DCF3-48AA-83AC-4755AB53A7BF}" type="presParOf" srcId="{B1A8428F-F783-4856-98A1-7FB5C94793B2}" destId="{665F53D4-8C76-41B1-B512-7108EF4DA81C}" srcOrd="2" destOrd="0" presId="urn:microsoft.com/office/officeart/2018/2/layout/IconLabelList"/>
    <dgm:cxn modelId="{AE9D497C-6ED4-453F-9A10-6FB318D0761B}" type="presParOf" srcId="{D9432991-6231-4CEB-9F65-1288A56F47FD}" destId="{BABD7111-84D5-44FD-98A9-B2D902DEA21D}" srcOrd="1" destOrd="0" presId="urn:microsoft.com/office/officeart/2018/2/layout/IconLabelList"/>
    <dgm:cxn modelId="{77C86582-CF77-498C-B663-F92A0E47AD39}" type="presParOf" srcId="{D9432991-6231-4CEB-9F65-1288A56F47FD}" destId="{43A0A44B-BE0A-41B5-AF8C-057F586B491A}" srcOrd="2" destOrd="0" presId="urn:microsoft.com/office/officeart/2018/2/layout/IconLabelList"/>
    <dgm:cxn modelId="{4D627D4C-F5A3-45EE-96B1-385DE636E855}" type="presParOf" srcId="{43A0A44B-BE0A-41B5-AF8C-057F586B491A}" destId="{7BC6398E-FCFA-44CF-AAE0-9D3D42E35FAB}" srcOrd="0" destOrd="0" presId="urn:microsoft.com/office/officeart/2018/2/layout/IconLabelList"/>
    <dgm:cxn modelId="{F46E7260-536B-4AC8-99B2-BA19A5783AB7}" type="presParOf" srcId="{43A0A44B-BE0A-41B5-AF8C-057F586B491A}" destId="{C62B602A-9AF4-4CA3-A219-5D3718F3193C}" srcOrd="1" destOrd="0" presId="urn:microsoft.com/office/officeart/2018/2/layout/IconLabelList"/>
    <dgm:cxn modelId="{7C260E36-FE75-4468-9FB1-E97C8196F0CA}" type="presParOf" srcId="{43A0A44B-BE0A-41B5-AF8C-057F586B491A}" destId="{D1815557-9A60-4E1F-9146-9C4B222B16C8}" srcOrd="2" destOrd="0" presId="urn:microsoft.com/office/officeart/2018/2/layout/IconLabelList"/>
    <dgm:cxn modelId="{2CFFC243-0586-49CF-90BF-2022BAF32039}" type="presParOf" srcId="{D9432991-6231-4CEB-9F65-1288A56F47FD}" destId="{BAB86E0B-75F5-4163-ADB8-38010FE88AF2}" srcOrd="3" destOrd="0" presId="urn:microsoft.com/office/officeart/2018/2/layout/IconLabelList"/>
    <dgm:cxn modelId="{EC853D7B-9B25-49B7-B1F0-1354CE125356}" type="presParOf" srcId="{D9432991-6231-4CEB-9F65-1288A56F47FD}" destId="{A4ADD70E-314B-4487-83C5-8C2E629FE180}" srcOrd="4" destOrd="0" presId="urn:microsoft.com/office/officeart/2018/2/layout/IconLabelList"/>
    <dgm:cxn modelId="{45A16F8B-F8EC-4344-BF56-7752EEA3809A}" type="presParOf" srcId="{A4ADD70E-314B-4487-83C5-8C2E629FE180}" destId="{0E3A50D2-F685-4B18-A6A1-4AC9B1ECC242}" srcOrd="0" destOrd="0" presId="urn:microsoft.com/office/officeart/2018/2/layout/IconLabelList"/>
    <dgm:cxn modelId="{06F49CF7-503D-4466-967D-70A0538BAF4E}" type="presParOf" srcId="{A4ADD70E-314B-4487-83C5-8C2E629FE180}" destId="{E6047E89-9822-4252-9719-EC6B4D62D799}" srcOrd="1" destOrd="0" presId="urn:microsoft.com/office/officeart/2018/2/layout/IconLabelList"/>
    <dgm:cxn modelId="{7E9E0AEC-8398-49D2-AD41-587237E13F77}" type="presParOf" srcId="{A4ADD70E-314B-4487-83C5-8C2E629FE180}" destId="{07C5BACF-8905-449C-9CDC-BBB507D781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6254D1-7175-482E-84ED-C11A9ED2C7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6ED74F6-3390-4E94-9FE3-199F1DB46D24}">
      <dgm:prSet/>
      <dgm:spPr/>
      <dgm:t>
        <a:bodyPr/>
        <a:lstStyle/>
        <a:p>
          <a:r>
            <a:rPr lang="en-US" b="0" i="0" dirty="0"/>
            <a:t>- Getter/Setter: accesso </a:t>
          </a:r>
          <a:r>
            <a:rPr lang="en-US" b="0" i="0" dirty="0" err="1"/>
            <a:t>controllato</a:t>
          </a:r>
          <a:r>
            <a:rPr lang="en-US" b="0" i="0" dirty="0"/>
            <a:t> alle </a:t>
          </a:r>
          <a:r>
            <a:rPr lang="en-US" b="0" i="0" dirty="0" err="1"/>
            <a:t>proprietà</a:t>
          </a:r>
          <a:endParaRPr lang="en-US" dirty="0"/>
        </a:p>
      </dgm:t>
    </dgm:pt>
    <dgm:pt modelId="{BE33F254-1E9A-4C44-AB14-C181F66F50BF}" type="parTrans" cxnId="{8910E202-9BC6-4CD6-AC40-914E25FF1D52}">
      <dgm:prSet/>
      <dgm:spPr/>
      <dgm:t>
        <a:bodyPr/>
        <a:lstStyle/>
        <a:p>
          <a:endParaRPr lang="en-US"/>
        </a:p>
      </dgm:t>
    </dgm:pt>
    <dgm:pt modelId="{C28CF416-948F-41CB-8F88-15DCF18320B0}" type="sibTrans" cxnId="{8910E202-9BC6-4CD6-AC40-914E25FF1D52}">
      <dgm:prSet/>
      <dgm:spPr/>
      <dgm:t>
        <a:bodyPr/>
        <a:lstStyle/>
        <a:p>
          <a:endParaRPr lang="en-US"/>
        </a:p>
      </dgm:t>
    </dgm:pt>
    <dgm:pt modelId="{3ED1997B-9B16-462B-A8C2-C6364B6036A8}">
      <dgm:prSet/>
      <dgm:spPr/>
      <dgm:t>
        <a:bodyPr/>
        <a:lstStyle/>
        <a:p>
          <a:r>
            <a:rPr lang="en-US" b="0" i="0"/>
            <a:t>- Metodi statici: appartengono alla classe, non all’istanza</a:t>
          </a:r>
          <a:endParaRPr lang="en-US"/>
        </a:p>
      </dgm:t>
    </dgm:pt>
    <dgm:pt modelId="{86B57873-2A16-4BD3-A0B2-142ACCA4242B}" type="parTrans" cxnId="{B53B5131-383F-4D19-A6E7-4DDA19AACCE0}">
      <dgm:prSet/>
      <dgm:spPr/>
      <dgm:t>
        <a:bodyPr/>
        <a:lstStyle/>
        <a:p>
          <a:endParaRPr lang="en-US"/>
        </a:p>
      </dgm:t>
    </dgm:pt>
    <dgm:pt modelId="{36F35D5C-31F8-49FE-AF50-FE6D7A914BEA}" type="sibTrans" cxnId="{B53B5131-383F-4D19-A6E7-4DDA19AACCE0}">
      <dgm:prSet/>
      <dgm:spPr/>
      <dgm:t>
        <a:bodyPr/>
        <a:lstStyle/>
        <a:p>
          <a:endParaRPr lang="en-US"/>
        </a:p>
      </dgm:t>
    </dgm:pt>
    <dgm:pt modelId="{25120028-7F53-4776-ABA5-0F0D1D1E4A55}" type="pres">
      <dgm:prSet presAssocID="{6E6254D1-7175-482E-84ED-C11A9ED2C71D}" presName="root" presStyleCnt="0">
        <dgm:presLayoutVars>
          <dgm:dir/>
          <dgm:resizeHandles val="exact"/>
        </dgm:presLayoutVars>
      </dgm:prSet>
      <dgm:spPr/>
    </dgm:pt>
    <dgm:pt modelId="{AE755286-DD67-4E8E-B00E-5BC6F0A9698B}" type="pres">
      <dgm:prSet presAssocID="{D6ED74F6-3390-4E94-9FE3-199F1DB46D24}" presName="compNode" presStyleCnt="0"/>
      <dgm:spPr/>
    </dgm:pt>
    <dgm:pt modelId="{FA735E2D-1707-48A2-9CAE-14A10B82C53D}" type="pres">
      <dgm:prSet presAssocID="{D6ED74F6-3390-4E94-9FE3-199F1DB46D2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B6CC718E-ABD0-4FED-B128-4A23ED5350F5}" type="pres">
      <dgm:prSet presAssocID="{D6ED74F6-3390-4E94-9FE3-199F1DB46D24}" presName="spaceRect" presStyleCnt="0"/>
      <dgm:spPr/>
    </dgm:pt>
    <dgm:pt modelId="{AC8030DB-E16A-46DA-8873-7F3BA3E150F4}" type="pres">
      <dgm:prSet presAssocID="{D6ED74F6-3390-4E94-9FE3-199F1DB46D24}" presName="textRect" presStyleLbl="revTx" presStyleIdx="0" presStyleCnt="2">
        <dgm:presLayoutVars>
          <dgm:chMax val="1"/>
          <dgm:chPref val="1"/>
        </dgm:presLayoutVars>
      </dgm:prSet>
      <dgm:spPr/>
    </dgm:pt>
    <dgm:pt modelId="{B8F1C95A-3BA4-4ED8-A8A6-8959F9015EF5}" type="pres">
      <dgm:prSet presAssocID="{C28CF416-948F-41CB-8F88-15DCF18320B0}" presName="sibTrans" presStyleCnt="0"/>
      <dgm:spPr/>
    </dgm:pt>
    <dgm:pt modelId="{DB48E5B8-44C9-451F-971B-F6954B5C1197}" type="pres">
      <dgm:prSet presAssocID="{3ED1997B-9B16-462B-A8C2-C6364B6036A8}" presName="compNode" presStyleCnt="0"/>
      <dgm:spPr/>
    </dgm:pt>
    <dgm:pt modelId="{7387B6D2-2D0F-4E27-BF99-0290EFD548F8}" type="pres">
      <dgm:prSet presAssocID="{3ED1997B-9B16-462B-A8C2-C6364B6036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he"/>
        </a:ext>
      </dgm:extLst>
    </dgm:pt>
    <dgm:pt modelId="{D7315187-33A5-4D16-A132-3D1BE37181C1}" type="pres">
      <dgm:prSet presAssocID="{3ED1997B-9B16-462B-A8C2-C6364B6036A8}" presName="spaceRect" presStyleCnt="0"/>
      <dgm:spPr/>
    </dgm:pt>
    <dgm:pt modelId="{39D71EF1-7923-45D2-9BF2-E2A358B7A1CB}" type="pres">
      <dgm:prSet presAssocID="{3ED1997B-9B16-462B-A8C2-C6364B6036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10E202-9BC6-4CD6-AC40-914E25FF1D52}" srcId="{6E6254D1-7175-482E-84ED-C11A9ED2C71D}" destId="{D6ED74F6-3390-4E94-9FE3-199F1DB46D24}" srcOrd="0" destOrd="0" parTransId="{BE33F254-1E9A-4C44-AB14-C181F66F50BF}" sibTransId="{C28CF416-948F-41CB-8F88-15DCF18320B0}"/>
    <dgm:cxn modelId="{9741161E-F849-4A94-86DD-EDD20EB9E220}" type="presOf" srcId="{3ED1997B-9B16-462B-A8C2-C6364B6036A8}" destId="{39D71EF1-7923-45D2-9BF2-E2A358B7A1CB}" srcOrd="0" destOrd="0" presId="urn:microsoft.com/office/officeart/2018/2/layout/IconLabelList"/>
    <dgm:cxn modelId="{B53B5131-383F-4D19-A6E7-4DDA19AACCE0}" srcId="{6E6254D1-7175-482E-84ED-C11A9ED2C71D}" destId="{3ED1997B-9B16-462B-A8C2-C6364B6036A8}" srcOrd="1" destOrd="0" parTransId="{86B57873-2A16-4BD3-A0B2-142ACCA4242B}" sibTransId="{36F35D5C-31F8-49FE-AF50-FE6D7A914BEA}"/>
    <dgm:cxn modelId="{F7043BDD-E71D-415C-BC98-A8528E385B1D}" type="presOf" srcId="{D6ED74F6-3390-4E94-9FE3-199F1DB46D24}" destId="{AC8030DB-E16A-46DA-8873-7F3BA3E150F4}" srcOrd="0" destOrd="0" presId="urn:microsoft.com/office/officeart/2018/2/layout/IconLabelList"/>
    <dgm:cxn modelId="{A29E71FD-ECEB-4198-B0D8-75374C24CE22}" type="presOf" srcId="{6E6254D1-7175-482E-84ED-C11A9ED2C71D}" destId="{25120028-7F53-4776-ABA5-0F0D1D1E4A55}" srcOrd="0" destOrd="0" presId="urn:microsoft.com/office/officeart/2018/2/layout/IconLabelList"/>
    <dgm:cxn modelId="{EDB87E28-6605-4193-A7C1-713225FC9685}" type="presParOf" srcId="{25120028-7F53-4776-ABA5-0F0D1D1E4A55}" destId="{AE755286-DD67-4E8E-B00E-5BC6F0A9698B}" srcOrd="0" destOrd="0" presId="urn:microsoft.com/office/officeart/2018/2/layout/IconLabelList"/>
    <dgm:cxn modelId="{40C82806-56DC-40C0-A9E2-C3F1EC27ED9C}" type="presParOf" srcId="{AE755286-DD67-4E8E-B00E-5BC6F0A9698B}" destId="{FA735E2D-1707-48A2-9CAE-14A10B82C53D}" srcOrd="0" destOrd="0" presId="urn:microsoft.com/office/officeart/2018/2/layout/IconLabelList"/>
    <dgm:cxn modelId="{E3674447-7820-44BF-8C01-C526C9C05749}" type="presParOf" srcId="{AE755286-DD67-4E8E-B00E-5BC6F0A9698B}" destId="{B6CC718E-ABD0-4FED-B128-4A23ED5350F5}" srcOrd="1" destOrd="0" presId="urn:microsoft.com/office/officeart/2018/2/layout/IconLabelList"/>
    <dgm:cxn modelId="{8F817557-5029-4D98-9ED4-6D7F2C3052F5}" type="presParOf" srcId="{AE755286-DD67-4E8E-B00E-5BC6F0A9698B}" destId="{AC8030DB-E16A-46DA-8873-7F3BA3E150F4}" srcOrd="2" destOrd="0" presId="urn:microsoft.com/office/officeart/2018/2/layout/IconLabelList"/>
    <dgm:cxn modelId="{4C0246C4-E7D1-45D7-B8D7-6A886FAD88E3}" type="presParOf" srcId="{25120028-7F53-4776-ABA5-0F0D1D1E4A55}" destId="{B8F1C95A-3BA4-4ED8-A8A6-8959F9015EF5}" srcOrd="1" destOrd="0" presId="urn:microsoft.com/office/officeart/2018/2/layout/IconLabelList"/>
    <dgm:cxn modelId="{B0AE02B1-6ACE-433F-B17D-3BC2786B1B7A}" type="presParOf" srcId="{25120028-7F53-4776-ABA5-0F0D1D1E4A55}" destId="{DB48E5B8-44C9-451F-971B-F6954B5C1197}" srcOrd="2" destOrd="0" presId="urn:microsoft.com/office/officeart/2018/2/layout/IconLabelList"/>
    <dgm:cxn modelId="{7A14305E-07E5-404D-A9D6-E77D32D48709}" type="presParOf" srcId="{DB48E5B8-44C9-451F-971B-F6954B5C1197}" destId="{7387B6D2-2D0F-4E27-BF99-0290EFD548F8}" srcOrd="0" destOrd="0" presId="urn:microsoft.com/office/officeart/2018/2/layout/IconLabelList"/>
    <dgm:cxn modelId="{6BE08AE3-95BC-4AA1-B28E-9F3607DD2866}" type="presParOf" srcId="{DB48E5B8-44C9-451F-971B-F6954B5C1197}" destId="{D7315187-33A5-4D16-A132-3D1BE37181C1}" srcOrd="1" destOrd="0" presId="urn:microsoft.com/office/officeart/2018/2/layout/IconLabelList"/>
    <dgm:cxn modelId="{52CA6745-2212-4BB5-9EEB-9D2AF47BD063}" type="presParOf" srcId="{DB48E5B8-44C9-451F-971B-F6954B5C1197}" destId="{39D71EF1-7923-45D2-9BF2-E2A358B7A1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D1F1CE-FAEB-4E41-9FBA-A8B0F8A577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2D6D899-092D-4AE5-B662-1520A3FA4DDB}">
      <dgm:prSet/>
      <dgm:spPr/>
      <dgm:t>
        <a:bodyPr/>
        <a:lstStyle/>
        <a:p>
          <a:r>
            <a:rPr lang="en-US" b="0" i="0"/>
            <a:t>- Codice più leggibile e organizzato</a:t>
          </a:r>
          <a:endParaRPr lang="en-US"/>
        </a:p>
      </dgm:t>
    </dgm:pt>
    <dgm:pt modelId="{D73969EA-1B43-4E3A-80C3-8ECBD0714AAC}" type="parTrans" cxnId="{142D710A-4C1A-4100-BA14-16B48F9CFE8D}">
      <dgm:prSet/>
      <dgm:spPr/>
      <dgm:t>
        <a:bodyPr/>
        <a:lstStyle/>
        <a:p>
          <a:endParaRPr lang="en-US"/>
        </a:p>
      </dgm:t>
    </dgm:pt>
    <dgm:pt modelId="{06AAFADF-A01E-434B-86BD-7FCA19081126}" type="sibTrans" cxnId="{142D710A-4C1A-4100-BA14-16B48F9CFE8D}">
      <dgm:prSet/>
      <dgm:spPr/>
      <dgm:t>
        <a:bodyPr/>
        <a:lstStyle/>
        <a:p>
          <a:endParaRPr lang="en-US"/>
        </a:p>
      </dgm:t>
    </dgm:pt>
    <dgm:pt modelId="{42745AB3-B593-47D1-BA03-39DEC60481FC}">
      <dgm:prSet/>
      <dgm:spPr/>
      <dgm:t>
        <a:bodyPr/>
        <a:lstStyle/>
        <a:p>
          <a:r>
            <a:rPr lang="en-US" b="0" i="0"/>
            <a:t>- Maggiore riutilizzabilità</a:t>
          </a:r>
          <a:endParaRPr lang="en-US"/>
        </a:p>
      </dgm:t>
    </dgm:pt>
    <dgm:pt modelId="{CC0F2BA4-A31A-479A-9B80-11FE9D2D4B3C}" type="parTrans" cxnId="{4C741777-E96A-49A6-9960-200DE664968D}">
      <dgm:prSet/>
      <dgm:spPr/>
      <dgm:t>
        <a:bodyPr/>
        <a:lstStyle/>
        <a:p>
          <a:endParaRPr lang="en-US"/>
        </a:p>
      </dgm:t>
    </dgm:pt>
    <dgm:pt modelId="{5FCAF7D8-FFFA-4977-9287-0DCB8A96616C}" type="sibTrans" cxnId="{4C741777-E96A-49A6-9960-200DE664968D}">
      <dgm:prSet/>
      <dgm:spPr/>
      <dgm:t>
        <a:bodyPr/>
        <a:lstStyle/>
        <a:p>
          <a:endParaRPr lang="en-US"/>
        </a:p>
      </dgm:t>
    </dgm:pt>
    <dgm:pt modelId="{BF568A74-BA82-430D-B2D4-4AEB3BEF7C2B}">
      <dgm:prSet/>
      <dgm:spPr/>
      <dgm:t>
        <a:bodyPr/>
        <a:lstStyle/>
        <a:p>
          <a:r>
            <a:rPr lang="en-US" b="0" i="0"/>
            <a:t>- Favoriscono la progettazione modulare</a:t>
          </a:r>
          <a:endParaRPr lang="en-US"/>
        </a:p>
      </dgm:t>
    </dgm:pt>
    <dgm:pt modelId="{5955BBFE-DDCD-4A21-874D-12A30699A710}" type="parTrans" cxnId="{1B25CFCD-2279-4AA9-B929-0665CFEB4236}">
      <dgm:prSet/>
      <dgm:spPr/>
      <dgm:t>
        <a:bodyPr/>
        <a:lstStyle/>
        <a:p>
          <a:endParaRPr lang="en-US"/>
        </a:p>
      </dgm:t>
    </dgm:pt>
    <dgm:pt modelId="{BF5F6646-7BD4-40D9-A5F6-8F00D89446D8}" type="sibTrans" cxnId="{1B25CFCD-2279-4AA9-B929-0665CFEB4236}">
      <dgm:prSet/>
      <dgm:spPr/>
      <dgm:t>
        <a:bodyPr/>
        <a:lstStyle/>
        <a:p>
          <a:endParaRPr lang="en-US"/>
        </a:p>
      </dgm:t>
    </dgm:pt>
    <dgm:pt modelId="{3F71BD93-070B-45D2-A15D-BAADB80A1CA0}" type="pres">
      <dgm:prSet presAssocID="{C7D1F1CE-FAEB-4E41-9FBA-A8B0F8A57727}" presName="root" presStyleCnt="0">
        <dgm:presLayoutVars>
          <dgm:dir/>
          <dgm:resizeHandles val="exact"/>
        </dgm:presLayoutVars>
      </dgm:prSet>
      <dgm:spPr/>
    </dgm:pt>
    <dgm:pt modelId="{70CFB634-5A3F-43BE-875D-6C28F76A2A4D}" type="pres">
      <dgm:prSet presAssocID="{D2D6D899-092D-4AE5-B662-1520A3FA4DDB}" presName="compNode" presStyleCnt="0"/>
      <dgm:spPr/>
    </dgm:pt>
    <dgm:pt modelId="{D2B0F02E-C6C8-4774-A762-984FF110D4F2}" type="pres">
      <dgm:prSet presAssocID="{D2D6D899-092D-4AE5-B662-1520A3FA4D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3E2561F0-DF82-43CA-AAEE-950A0CDF8FCD}" type="pres">
      <dgm:prSet presAssocID="{D2D6D899-092D-4AE5-B662-1520A3FA4DDB}" presName="spaceRect" presStyleCnt="0"/>
      <dgm:spPr/>
    </dgm:pt>
    <dgm:pt modelId="{499AA0D4-E5F1-4803-8578-6258A7326BF8}" type="pres">
      <dgm:prSet presAssocID="{D2D6D899-092D-4AE5-B662-1520A3FA4DDB}" presName="textRect" presStyleLbl="revTx" presStyleIdx="0" presStyleCnt="3">
        <dgm:presLayoutVars>
          <dgm:chMax val="1"/>
          <dgm:chPref val="1"/>
        </dgm:presLayoutVars>
      </dgm:prSet>
      <dgm:spPr/>
    </dgm:pt>
    <dgm:pt modelId="{469825E0-AEA7-49BA-B133-A2F19C106130}" type="pres">
      <dgm:prSet presAssocID="{06AAFADF-A01E-434B-86BD-7FCA19081126}" presName="sibTrans" presStyleCnt="0"/>
      <dgm:spPr/>
    </dgm:pt>
    <dgm:pt modelId="{5CEABCC4-07EA-4009-9A89-AFEBA15FD8FA}" type="pres">
      <dgm:prSet presAssocID="{42745AB3-B593-47D1-BA03-39DEC60481FC}" presName="compNode" presStyleCnt="0"/>
      <dgm:spPr/>
    </dgm:pt>
    <dgm:pt modelId="{63D5C7BF-5972-431E-89AA-624FC859B092}" type="pres">
      <dgm:prSet presAssocID="{42745AB3-B593-47D1-BA03-39DEC60481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tardo"/>
        </a:ext>
      </dgm:extLst>
    </dgm:pt>
    <dgm:pt modelId="{2C0CE020-E67F-4495-9C59-A80C94D030C4}" type="pres">
      <dgm:prSet presAssocID="{42745AB3-B593-47D1-BA03-39DEC60481FC}" presName="spaceRect" presStyleCnt="0"/>
      <dgm:spPr/>
    </dgm:pt>
    <dgm:pt modelId="{C4CBECC1-E7AE-4D6F-AD96-F51BE0F6C928}" type="pres">
      <dgm:prSet presAssocID="{42745AB3-B593-47D1-BA03-39DEC60481FC}" presName="textRect" presStyleLbl="revTx" presStyleIdx="1" presStyleCnt="3">
        <dgm:presLayoutVars>
          <dgm:chMax val="1"/>
          <dgm:chPref val="1"/>
        </dgm:presLayoutVars>
      </dgm:prSet>
      <dgm:spPr/>
    </dgm:pt>
    <dgm:pt modelId="{70DBCCD4-BBDB-45FD-82EC-38D25CABD762}" type="pres">
      <dgm:prSet presAssocID="{5FCAF7D8-FFFA-4977-9287-0DCB8A96616C}" presName="sibTrans" presStyleCnt="0"/>
      <dgm:spPr/>
    </dgm:pt>
    <dgm:pt modelId="{6CF0CFFD-4738-4EFD-A0AF-8443FCE81B3E}" type="pres">
      <dgm:prSet presAssocID="{BF568A74-BA82-430D-B2D4-4AEB3BEF7C2B}" presName="compNode" presStyleCnt="0"/>
      <dgm:spPr/>
    </dgm:pt>
    <dgm:pt modelId="{FF01B6F8-8E9E-4730-853C-0CBAAE635D7A}" type="pres">
      <dgm:prSet presAssocID="{BF568A74-BA82-430D-B2D4-4AEB3BEF7C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nice"/>
        </a:ext>
      </dgm:extLst>
    </dgm:pt>
    <dgm:pt modelId="{D9A85A2B-50E6-414E-BAF5-46B89A0CDA16}" type="pres">
      <dgm:prSet presAssocID="{BF568A74-BA82-430D-B2D4-4AEB3BEF7C2B}" presName="spaceRect" presStyleCnt="0"/>
      <dgm:spPr/>
    </dgm:pt>
    <dgm:pt modelId="{85FAC7B4-B24B-4C16-9F66-A75F4425D399}" type="pres">
      <dgm:prSet presAssocID="{BF568A74-BA82-430D-B2D4-4AEB3BEF7C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2D710A-4C1A-4100-BA14-16B48F9CFE8D}" srcId="{C7D1F1CE-FAEB-4E41-9FBA-A8B0F8A57727}" destId="{D2D6D899-092D-4AE5-B662-1520A3FA4DDB}" srcOrd="0" destOrd="0" parTransId="{D73969EA-1B43-4E3A-80C3-8ECBD0714AAC}" sibTransId="{06AAFADF-A01E-434B-86BD-7FCA19081126}"/>
    <dgm:cxn modelId="{D57AF322-F1EC-4EAE-8B2C-7B30E7B1DE98}" type="presOf" srcId="{D2D6D899-092D-4AE5-B662-1520A3FA4DDB}" destId="{499AA0D4-E5F1-4803-8578-6258A7326BF8}" srcOrd="0" destOrd="0" presId="urn:microsoft.com/office/officeart/2018/2/layout/IconLabelList"/>
    <dgm:cxn modelId="{91DB6524-DCBB-4012-8772-8875C2293269}" type="presOf" srcId="{C7D1F1CE-FAEB-4E41-9FBA-A8B0F8A57727}" destId="{3F71BD93-070B-45D2-A15D-BAADB80A1CA0}" srcOrd="0" destOrd="0" presId="urn:microsoft.com/office/officeart/2018/2/layout/IconLabelList"/>
    <dgm:cxn modelId="{4C741777-E96A-49A6-9960-200DE664968D}" srcId="{C7D1F1CE-FAEB-4E41-9FBA-A8B0F8A57727}" destId="{42745AB3-B593-47D1-BA03-39DEC60481FC}" srcOrd="1" destOrd="0" parTransId="{CC0F2BA4-A31A-479A-9B80-11FE9D2D4B3C}" sibTransId="{5FCAF7D8-FFFA-4977-9287-0DCB8A96616C}"/>
    <dgm:cxn modelId="{1B25CFCD-2279-4AA9-B929-0665CFEB4236}" srcId="{C7D1F1CE-FAEB-4E41-9FBA-A8B0F8A57727}" destId="{BF568A74-BA82-430D-B2D4-4AEB3BEF7C2B}" srcOrd="2" destOrd="0" parTransId="{5955BBFE-DDCD-4A21-874D-12A30699A710}" sibTransId="{BF5F6646-7BD4-40D9-A5F6-8F00D89446D8}"/>
    <dgm:cxn modelId="{FA6000E5-2EF1-40B3-A64F-237EDE2392A3}" type="presOf" srcId="{42745AB3-B593-47D1-BA03-39DEC60481FC}" destId="{C4CBECC1-E7AE-4D6F-AD96-F51BE0F6C928}" srcOrd="0" destOrd="0" presId="urn:microsoft.com/office/officeart/2018/2/layout/IconLabelList"/>
    <dgm:cxn modelId="{99AD68F1-6D46-49CA-86DF-E28426DEB0DB}" type="presOf" srcId="{BF568A74-BA82-430D-B2D4-4AEB3BEF7C2B}" destId="{85FAC7B4-B24B-4C16-9F66-A75F4425D399}" srcOrd="0" destOrd="0" presId="urn:microsoft.com/office/officeart/2018/2/layout/IconLabelList"/>
    <dgm:cxn modelId="{F5B2774A-A54B-429A-B6B6-3D63FED6B588}" type="presParOf" srcId="{3F71BD93-070B-45D2-A15D-BAADB80A1CA0}" destId="{70CFB634-5A3F-43BE-875D-6C28F76A2A4D}" srcOrd="0" destOrd="0" presId="urn:microsoft.com/office/officeart/2018/2/layout/IconLabelList"/>
    <dgm:cxn modelId="{0D7586DF-A193-4759-AC08-10F68FD43B0E}" type="presParOf" srcId="{70CFB634-5A3F-43BE-875D-6C28F76A2A4D}" destId="{D2B0F02E-C6C8-4774-A762-984FF110D4F2}" srcOrd="0" destOrd="0" presId="urn:microsoft.com/office/officeart/2018/2/layout/IconLabelList"/>
    <dgm:cxn modelId="{E3BB83F8-CC94-49BA-A9D0-3342E9C3CD07}" type="presParOf" srcId="{70CFB634-5A3F-43BE-875D-6C28F76A2A4D}" destId="{3E2561F0-DF82-43CA-AAEE-950A0CDF8FCD}" srcOrd="1" destOrd="0" presId="urn:microsoft.com/office/officeart/2018/2/layout/IconLabelList"/>
    <dgm:cxn modelId="{F2AF14A3-A035-4ACB-9583-6627AAD98B74}" type="presParOf" srcId="{70CFB634-5A3F-43BE-875D-6C28F76A2A4D}" destId="{499AA0D4-E5F1-4803-8578-6258A7326BF8}" srcOrd="2" destOrd="0" presId="urn:microsoft.com/office/officeart/2018/2/layout/IconLabelList"/>
    <dgm:cxn modelId="{D37B6406-B149-4608-AE4F-AB1A81F42536}" type="presParOf" srcId="{3F71BD93-070B-45D2-A15D-BAADB80A1CA0}" destId="{469825E0-AEA7-49BA-B133-A2F19C106130}" srcOrd="1" destOrd="0" presId="urn:microsoft.com/office/officeart/2018/2/layout/IconLabelList"/>
    <dgm:cxn modelId="{687C408F-B505-4FC5-B096-D06666E5FC4D}" type="presParOf" srcId="{3F71BD93-070B-45D2-A15D-BAADB80A1CA0}" destId="{5CEABCC4-07EA-4009-9A89-AFEBA15FD8FA}" srcOrd="2" destOrd="0" presId="urn:microsoft.com/office/officeart/2018/2/layout/IconLabelList"/>
    <dgm:cxn modelId="{CBE358D9-A029-4F83-A9D9-5BCB93EEB3B2}" type="presParOf" srcId="{5CEABCC4-07EA-4009-9A89-AFEBA15FD8FA}" destId="{63D5C7BF-5972-431E-89AA-624FC859B092}" srcOrd="0" destOrd="0" presId="urn:microsoft.com/office/officeart/2018/2/layout/IconLabelList"/>
    <dgm:cxn modelId="{59283340-CD0F-42AA-A588-3C816A6B7A9F}" type="presParOf" srcId="{5CEABCC4-07EA-4009-9A89-AFEBA15FD8FA}" destId="{2C0CE020-E67F-4495-9C59-A80C94D030C4}" srcOrd="1" destOrd="0" presId="urn:microsoft.com/office/officeart/2018/2/layout/IconLabelList"/>
    <dgm:cxn modelId="{1033B850-AB98-4989-91C6-5E3C558A9093}" type="presParOf" srcId="{5CEABCC4-07EA-4009-9A89-AFEBA15FD8FA}" destId="{C4CBECC1-E7AE-4D6F-AD96-F51BE0F6C928}" srcOrd="2" destOrd="0" presId="urn:microsoft.com/office/officeart/2018/2/layout/IconLabelList"/>
    <dgm:cxn modelId="{4DFF4958-8B2D-4F4A-9532-414E3EE176E9}" type="presParOf" srcId="{3F71BD93-070B-45D2-A15D-BAADB80A1CA0}" destId="{70DBCCD4-BBDB-45FD-82EC-38D25CABD762}" srcOrd="3" destOrd="0" presId="urn:microsoft.com/office/officeart/2018/2/layout/IconLabelList"/>
    <dgm:cxn modelId="{0E18973E-E4F3-40F1-B0D6-5411D8DF11C8}" type="presParOf" srcId="{3F71BD93-070B-45D2-A15D-BAADB80A1CA0}" destId="{6CF0CFFD-4738-4EFD-A0AF-8443FCE81B3E}" srcOrd="4" destOrd="0" presId="urn:microsoft.com/office/officeart/2018/2/layout/IconLabelList"/>
    <dgm:cxn modelId="{18DBC949-1FF2-4C30-AF6E-6EB35AA6CAB9}" type="presParOf" srcId="{6CF0CFFD-4738-4EFD-A0AF-8443FCE81B3E}" destId="{FF01B6F8-8E9E-4730-853C-0CBAAE635D7A}" srcOrd="0" destOrd="0" presId="urn:microsoft.com/office/officeart/2018/2/layout/IconLabelList"/>
    <dgm:cxn modelId="{3C6BC4BC-94CF-4460-9F73-BB454F6F88A6}" type="presParOf" srcId="{6CF0CFFD-4738-4EFD-A0AF-8443FCE81B3E}" destId="{D9A85A2B-50E6-414E-BAF5-46B89A0CDA16}" srcOrd="1" destOrd="0" presId="urn:microsoft.com/office/officeart/2018/2/layout/IconLabelList"/>
    <dgm:cxn modelId="{01694699-BF75-4788-A5E0-0A0613AD7E68}" type="presParOf" srcId="{6CF0CFFD-4738-4EFD-A0AF-8443FCE81B3E}" destId="{85FAC7B4-B24B-4C16-9F66-A75F4425D3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84D0E5-D8CD-442F-9135-05AFFE57049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6417EDF-6BD8-4F16-A900-8CE736727A1A}">
      <dgm:prSet/>
      <dgm:spPr/>
      <dgm:t>
        <a:bodyPr/>
        <a:lstStyle/>
        <a:p>
          <a:r>
            <a:rPr lang="en-US" b="0" i="0"/>
            <a:t>→ Applicazione pratica</a:t>
          </a:r>
          <a:endParaRPr lang="en-US"/>
        </a:p>
      </dgm:t>
    </dgm:pt>
    <dgm:pt modelId="{18DF9A1B-0B3F-48E0-BB55-5E466BF7BAEB}" type="parTrans" cxnId="{6BB1CE1F-8959-417A-B15D-1D8F960A57E6}">
      <dgm:prSet/>
      <dgm:spPr/>
      <dgm:t>
        <a:bodyPr/>
        <a:lstStyle/>
        <a:p>
          <a:endParaRPr lang="en-US"/>
        </a:p>
      </dgm:t>
    </dgm:pt>
    <dgm:pt modelId="{F61B7EF6-3524-45F4-8E66-3421695962B4}" type="sibTrans" cxnId="{6BB1CE1F-8959-417A-B15D-1D8F960A57E6}">
      <dgm:prSet/>
      <dgm:spPr/>
      <dgm:t>
        <a:bodyPr/>
        <a:lstStyle/>
        <a:p>
          <a:endParaRPr lang="en-US"/>
        </a:p>
      </dgm:t>
    </dgm:pt>
    <dgm:pt modelId="{674451CC-92F3-4F79-83D4-2E8866BBE8AE}">
      <dgm:prSet/>
      <dgm:spPr/>
      <dgm:t>
        <a:bodyPr/>
        <a:lstStyle/>
        <a:p>
          <a:r>
            <a:rPr lang="en-US" b="0" i="0"/>
            <a:t>→ Costruzione di classi personalizzate</a:t>
          </a:r>
          <a:endParaRPr lang="en-US"/>
        </a:p>
      </dgm:t>
    </dgm:pt>
    <dgm:pt modelId="{1D222479-F0EA-41C6-B7BF-8B3A1CF11C2F}" type="parTrans" cxnId="{AC1FB69F-F9AF-421C-925A-C4DE181940C2}">
      <dgm:prSet/>
      <dgm:spPr/>
      <dgm:t>
        <a:bodyPr/>
        <a:lstStyle/>
        <a:p>
          <a:endParaRPr lang="en-US"/>
        </a:p>
      </dgm:t>
    </dgm:pt>
    <dgm:pt modelId="{2522BF9B-958B-409C-B641-660F64418180}" type="sibTrans" cxnId="{AC1FB69F-F9AF-421C-925A-C4DE181940C2}">
      <dgm:prSet/>
      <dgm:spPr/>
      <dgm:t>
        <a:bodyPr/>
        <a:lstStyle/>
        <a:p>
          <a:endParaRPr lang="en-US"/>
        </a:p>
      </dgm:t>
    </dgm:pt>
    <dgm:pt modelId="{19700178-01C5-4F8A-B5D1-DAA2403140FC}">
      <dgm:prSet/>
      <dgm:spPr/>
      <dgm:t>
        <a:bodyPr/>
        <a:lstStyle/>
        <a:p>
          <a:r>
            <a:rPr lang="en-US" b="0" i="0"/>
            <a:t>→ Esercizi su ereditarietà e metodi</a:t>
          </a:r>
          <a:endParaRPr lang="en-US"/>
        </a:p>
      </dgm:t>
    </dgm:pt>
    <dgm:pt modelId="{14CC9978-7A51-472B-8A21-6EE7144DF146}" type="parTrans" cxnId="{61F0C6F9-0426-4EAF-9CC1-7494BF9FBF7E}">
      <dgm:prSet/>
      <dgm:spPr/>
      <dgm:t>
        <a:bodyPr/>
        <a:lstStyle/>
        <a:p>
          <a:endParaRPr lang="en-US"/>
        </a:p>
      </dgm:t>
    </dgm:pt>
    <dgm:pt modelId="{EDADDEC3-3EAB-4321-9296-902F71C9AD3F}" type="sibTrans" cxnId="{61F0C6F9-0426-4EAF-9CC1-7494BF9FBF7E}">
      <dgm:prSet/>
      <dgm:spPr/>
      <dgm:t>
        <a:bodyPr/>
        <a:lstStyle/>
        <a:p>
          <a:endParaRPr lang="en-US"/>
        </a:p>
      </dgm:t>
    </dgm:pt>
    <dgm:pt modelId="{8F9DCAF3-0CB5-4E44-B4AB-DE24B818E340}">
      <dgm:prSet/>
      <dgm:spPr/>
      <dgm:t>
        <a:bodyPr/>
        <a:lstStyle/>
        <a:p>
          <a:r>
            <a:rPr lang="en-US" b="0" i="0"/>
            <a:t>→ Mini-progetto finale</a:t>
          </a:r>
          <a:endParaRPr lang="en-US"/>
        </a:p>
      </dgm:t>
    </dgm:pt>
    <dgm:pt modelId="{FFCA56F9-5BA0-494A-89C0-539B5333533E}" type="parTrans" cxnId="{6BD41D54-6CB6-478F-8178-482659DDC3A8}">
      <dgm:prSet/>
      <dgm:spPr/>
      <dgm:t>
        <a:bodyPr/>
        <a:lstStyle/>
        <a:p>
          <a:endParaRPr lang="en-US"/>
        </a:p>
      </dgm:t>
    </dgm:pt>
    <dgm:pt modelId="{4ECA7759-1D62-4647-BF79-6D724E71BA96}" type="sibTrans" cxnId="{6BD41D54-6CB6-478F-8178-482659DDC3A8}">
      <dgm:prSet/>
      <dgm:spPr/>
      <dgm:t>
        <a:bodyPr/>
        <a:lstStyle/>
        <a:p>
          <a:endParaRPr lang="en-US"/>
        </a:p>
      </dgm:t>
    </dgm:pt>
    <dgm:pt modelId="{C4D39B56-75B6-4408-9952-3055FF637F91}" type="pres">
      <dgm:prSet presAssocID="{B184D0E5-D8CD-442F-9135-05AFFE570498}" presName="root" presStyleCnt="0">
        <dgm:presLayoutVars>
          <dgm:dir/>
          <dgm:resizeHandles val="exact"/>
        </dgm:presLayoutVars>
      </dgm:prSet>
      <dgm:spPr/>
    </dgm:pt>
    <dgm:pt modelId="{359AC7EE-9FF7-4CF0-B51F-A916CC2DF8A1}" type="pres">
      <dgm:prSet presAssocID="{76417EDF-6BD8-4F16-A900-8CE736727A1A}" presName="compNode" presStyleCnt="0"/>
      <dgm:spPr/>
    </dgm:pt>
    <dgm:pt modelId="{0035673D-AED7-445C-8855-1C929AECBF81}" type="pres">
      <dgm:prSet presAssocID="{76417EDF-6BD8-4F16-A900-8CE736727A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D8C7F31-635C-411F-9753-C25178B9DF81}" type="pres">
      <dgm:prSet presAssocID="{76417EDF-6BD8-4F16-A900-8CE736727A1A}" presName="spaceRect" presStyleCnt="0"/>
      <dgm:spPr/>
    </dgm:pt>
    <dgm:pt modelId="{D09DA339-ABC9-4115-BFBD-F1F4168D20E5}" type="pres">
      <dgm:prSet presAssocID="{76417EDF-6BD8-4F16-A900-8CE736727A1A}" presName="textRect" presStyleLbl="revTx" presStyleIdx="0" presStyleCnt="4">
        <dgm:presLayoutVars>
          <dgm:chMax val="1"/>
          <dgm:chPref val="1"/>
        </dgm:presLayoutVars>
      </dgm:prSet>
      <dgm:spPr/>
    </dgm:pt>
    <dgm:pt modelId="{8C0B3038-9A93-4AD5-9220-7C7DECF0C83E}" type="pres">
      <dgm:prSet presAssocID="{F61B7EF6-3524-45F4-8E66-3421695962B4}" presName="sibTrans" presStyleCnt="0"/>
      <dgm:spPr/>
    </dgm:pt>
    <dgm:pt modelId="{65BD0F11-A5AA-4471-B315-E2E33798C555}" type="pres">
      <dgm:prSet presAssocID="{674451CC-92F3-4F79-83D4-2E8866BBE8AE}" presName="compNode" presStyleCnt="0"/>
      <dgm:spPr/>
    </dgm:pt>
    <dgm:pt modelId="{53D7278C-082C-4C25-94E8-BE8621014D59}" type="pres">
      <dgm:prSet presAssocID="{674451CC-92F3-4F79-83D4-2E8866BBE8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7A223D0F-930B-41B8-819A-8EFE93CE4CA9}" type="pres">
      <dgm:prSet presAssocID="{674451CC-92F3-4F79-83D4-2E8866BBE8AE}" presName="spaceRect" presStyleCnt="0"/>
      <dgm:spPr/>
    </dgm:pt>
    <dgm:pt modelId="{C2050411-3F79-4292-9951-D4D0A436DC3E}" type="pres">
      <dgm:prSet presAssocID="{674451CC-92F3-4F79-83D4-2E8866BBE8AE}" presName="textRect" presStyleLbl="revTx" presStyleIdx="1" presStyleCnt="4">
        <dgm:presLayoutVars>
          <dgm:chMax val="1"/>
          <dgm:chPref val="1"/>
        </dgm:presLayoutVars>
      </dgm:prSet>
      <dgm:spPr/>
    </dgm:pt>
    <dgm:pt modelId="{76679219-1FB3-44CE-867F-22E6A45F22C4}" type="pres">
      <dgm:prSet presAssocID="{2522BF9B-958B-409C-B641-660F64418180}" presName="sibTrans" presStyleCnt="0"/>
      <dgm:spPr/>
    </dgm:pt>
    <dgm:pt modelId="{6C860E49-7C45-4693-AD58-F22E83CC99C8}" type="pres">
      <dgm:prSet presAssocID="{19700178-01C5-4F8A-B5D1-DAA2403140FC}" presName="compNode" presStyleCnt="0"/>
      <dgm:spPr/>
    </dgm:pt>
    <dgm:pt modelId="{2D25CC4C-695A-4988-85C5-7FFEB08B2483}" type="pres">
      <dgm:prSet presAssocID="{19700178-01C5-4F8A-B5D1-DAA2403140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7A9DF23B-99FA-4696-ACBD-039EB948EA88}" type="pres">
      <dgm:prSet presAssocID="{19700178-01C5-4F8A-B5D1-DAA2403140FC}" presName="spaceRect" presStyleCnt="0"/>
      <dgm:spPr/>
    </dgm:pt>
    <dgm:pt modelId="{910E0BB0-1FA1-4F93-8E01-21B90D3F9B19}" type="pres">
      <dgm:prSet presAssocID="{19700178-01C5-4F8A-B5D1-DAA2403140FC}" presName="textRect" presStyleLbl="revTx" presStyleIdx="2" presStyleCnt="4">
        <dgm:presLayoutVars>
          <dgm:chMax val="1"/>
          <dgm:chPref val="1"/>
        </dgm:presLayoutVars>
      </dgm:prSet>
      <dgm:spPr/>
    </dgm:pt>
    <dgm:pt modelId="{38894BDB-0307-4D1F-8A24-2CFE6F69A268}" type="pres">
      <dgm:prSet presAssocID="{EDADDEC3-3EAB-4321-9296-902F71C9AD3F}" presName="sibTrans" presStyleCnt="0"/>
      <dgm:spPr/>
    </dgm:pt>
    <dgm:pt modelId="{5A71CF05-3662-43C3-A6E0-ADB7E13D689F}" type="pres">
      <dgm:prSet presAssocID="{8F9DCAF3-0CB5-4E44-B4AB-DE24B818E340}" presName="compNode" presStyleCnt="0"/>
      <dgm:spPr/>
    </dgm:pt>
    <dgm:pt modelId="{331E1148-1798-4319-8C69-A08DAA68C4D9}" type="pres">
      <dgm:prSet presAssocID="{8F9DCAF3-0CB5-4E44-B4AB-DE24B818E3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6F772DF2-4FBE-46AB-812E-5E9665E1B09B}" type="pres">
      <dgm:prSet presAssocID="{8F9DCAF3-0CB5-4E44-B4AB-DE24B818E340}" presName="spaceRect" presStyleCnt="0"/>
      <dgm:spPr/>
    </dgm:pt>
    <dgm:pt modelId="{0E46619B-B43E-4CD9-96CB-3919D0E99A9D}" type="pres">
      <dgm:prSet presAssocID="{8F9DCAF3-0CB5-4E44-B4AB-DE24B818E3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B1CE1F-8959-417A-B15D-1D8F960A57E6}" srcId="{B184D0E5-D8CD-442F-9135-05AFFE570498}" destId="{76417EDF-6BD8-4F16-A900-8CE736727A1A}" srcOrd="0" destOrd="0" parTransId="{18DF9A1B-0B3F-48E0-BB55-5E466BF7BAEB}" sibTransId="{F61B7EF6-3524-45F4-8E66-3421695962B4}"/>
    <dgm:cxn modelId="{7B4F1D40-DE22-4313-B191-49D5BBA2521E}" type="presOf" srcId="{76417EDF-6BD8-4F16-A900-8CE736727A1A}" destId="{D09DA339-ABC9-4115-BFBD-F1F4168D20E5}" srcOrd="0" destOrd="0" presId="urn:microsoft.com/office/officeart/2018/2/layout/IconLabelList"/>
    <dgm:cxn modelId="{6BD41D54-6CB6-478F-8178-482659DDC3A8}" srcId="{B184D0E5-D8CD-442F-9135-05AFFE570498}" destId="{8F9DCAF3-0CB5-4E44-B4AB-DE24B818E340}" srcOrd="3" destOrd="0" parTransId="{FFCA56F9-5BA0-494A-89C0-539B5333533E}" sibTransId="{4ECA7759-1D62-4647-BF79-6D724E71BA96}"/>
    <dgm:cxn modelId="{E9B38093-8CAD-4434-A72D-4FB8B7DE4FD6}" type="presOf" srcId="{B184D0E5-D8CD-442F-9135-05AFFE570498}" destId="{C4D39B56-75B6-4408-9952-3055FF637F91}" srcOrd="0" destOrd="0" presId="urn:microsoft.com/office/officeart/2018/2/layout/IconLabelList"/>
    <dgm:cxn modelId="{E5D5BE99-710D-4F3B-AAB3-41EE3FAE0051}" type="presOf" srcId="{8F9DCAF3-0CB5-4E44-B4AB-DE24B818E340}" destId="{0E46619B-B43E-4CD9-96CB-3919D0E99A9D}" srcOrd="0" destOrd="0" presId="urn:microsoft.com/office/officeart/2018/2/layout/IconLabelList"/>
    <dgm:cxn modelId="{AC1FB69F-F9AF-421C-925A-C4DE181940C2}" srcId="{B184D0E5-D8CD-442F-9135-05AFFE570498}" destId="{674451CC-92F3-4F79-83D4-2E8866BBE8AE}" srcOrd="1" destOrd="0" parTransId="{1D222479-F0EA-41C6-B7BF-8B3A1CF11C2F}" sibTransId="{2522BF9B-958B-409C-B641-660F64418180}"/>
    <dgm:cxn modelId="{0E7A84EF-180C-47C8-A9F5-C4FA50A2DD72}" type="presOf" srcId="{19700178-01C5-4F8A-B5D1-DAA2403140FC}" destId="{910E0BB0-1FA1-4F93-8E01-21B90D3F9B19}" srcOrd="0" destOrd="0" presId="urn:microsoft.com/office/officeart/2018/2/layout/IconLabelList"/>
    <dgm:cxn modelId="{2A5CCAF0-D723-405B-8F0A-50B5639326C9}" type="presOf" srcId="{674451CC-92F3-4F79-83D4-2E8866BBE8AE}" destId="{C2050411-3F79-4292-9951-D4D0A436DC3E}" srcOrd="0" destOrd="0" presId="urn:microsoft.com/office/officeart/2018/2/layout/IconLabelList"/>
    <dgm:cxn modelId="{61F0C6F9-0426-4EAF-9CC1-7494BF9FBF7E}" srcId="{B184D0E5-D8CD-442F-9135-05AFFE570498}" destId="{19700178-01C5-4F8A-B5D1-DAA2403140FC}" srcOrd="2" destOrd="0" parTransId="{14CC9978-7A51-472B-8A21-6EE7144DF146}" sibTransId="{EDADDEC3-3EAB-4321-9296-902F71C9AD3F}"/>
    <dgm:cxn modelId="{87EF69BA-1F84-4377-9395-83CAD4491FA2}" type="presParOf" srcId="{C4D39B56-75B6-4408-9952-3055FF637F91}" destId="{359AC7EE-9FF7-4CF0-B51F-A916CC2DF8A1}" srcOrd="0" destOrd="0" presId="urn:microsoft.com/office/officeart/2018/2/layout/IconLabelList"/>
    <dgm:cxn modelId="{FC0A2F2F-285E-47A6-8BBD-8738D811E2F6}" type="presParOf" srcId="{359AC7EE-9FF7-4CF0-B51F-A916CC2DF8A1}" destId="{0035673D-AED7-445C-8855-1C929AECBF81}" srcOrd="0" destOrd="0" presId="urn:microsoft.com/office/officeart/2018/2/layout/IconLabelList"/>
    <dgm:cxn modelId="{D4306182-7240-49C8-8CB9-8F36F4FCCD2E}" type="presParOf" srcId="{359AC7EE-9FF7-4CF0-B51F-A916CC2DF8A1}" destId="{8D8C7F31-635C-411F-9753-C25178B9DF81}" srcOrd="1" destOrd="0" presId="urn:microsoft.com/office/officeart/2018/2/layout/IconLabelList"/>
    <dgm:cxn modelId="{CE628F0C-5AED-4F46-AA87-F604EB439D72}" type="presParOf" srcId="{359AC7EE-9FF7-4CF0-B51F-A916CC2DF8A1}" destId="{D09DA339-ABC9-4115-BFBD-F1F4168D20E5}" srcOrd="2" destOrd="0" presId="urn:microsoft.com/office/officeart/2018/2/layout/IconLabelList"/>
    <dgm:cxn modelId="{1808DF35-55BB-4A14-980C-85BAB0FFA2A5}" type="presParOf" srcId="{C4D39B56-75B6-4408-9952-3055FF637F91}" destId="{8C0B3038-9A93-4AD5-9220-7C7DECF0C83E}" srcOrd="1" destOrd="0" presId="urn:microsoft.com/office/officeart/2018/2/layout/IconLabelList"/>
    <dgm:cxn modelId="{662931B4-BA0F-47A7-B185-F8ACEC7CB6D1}" type="presParOf" srcId="{C4D39B56-75B6-4408-9952-3055FF637F91}" destId="{65BD0F11-A5AA-4471-B315-E2E33798C555}" srcOrd="2" destOrd="0" presId="urn:microsoft.com/office/officeart/2018/2/layout/IconLabelList"/>
    <dgm:cxn modelId="{5797EF13-E604-4966-9FD5-9946DF67E146}" type="presParOf" srcId="{65BD0F11-A5AA-4471-B315-E2E33798C555}" destId="{53D7278C-082C-4C25-94E8-BE8621014D59}" srcOrd="0" destOrd="0" presId="urn:microsoft.com/office/officeart/2018/2/layout/IconLabelList"/>
    <dgm:cxn modelId="{2C7E9852-4D7C-48F5-BE8A-BC9ED9612D06}" type="presParOf" srcId="{65BD0F11-A5AA-4471-B315-E2E33798C555}" destId="{7A223D0F-930B-41B8-819A-8EFE93CE4CA9}" srcOrd="1" destOrd="0" presId="urn:microsoft.com/office/officeart/2018/2/layout/IconLabelList"/>
    <dgm:cxn modelId="{ADF5B7A4-43B1-433C-9C63-D5812CC959F8}" type="presParOf" srcId="{65BD0F11-A5AA-4471-B315-E2E33798C555}" destId="{C2050411-3F79-4292-9951-D4D0A436DC3E}" srcOrd="2" destOrd="0" presId="urn:microsoft.com/office/officeart/2018/2/layout/IconLabelList"/>
    <dgm:cxn modelId="{98AD6362-D2AD-4908-99B9-03404780FC71}" type="presParOf" srcId="{C4D39B56-75B6-4408-9952-3055FF637F91}" destId="{76679219-1FB3-44CE-867F-22E6A45F22C4}" srcOrd="3" destOrd="0" presId="urn:microsoft.com/office/officeart/2018/2/layout/IconLabelList"/>
    <dgm:cxn modelId="{E4124D3E-2D5C-4D29-80EF-74C8AE575F18}" type="presParOf" srcId="{C4D39B56-75B6-4408-9952-3055FF637F91}" destId="{6C860E49-7C45-4693-AD58-F22E83CC99C8}" srcOrd="4" destOrd="0" presId="urn:microsoft.com/office/officeart/2018/2/layout/IconLabelList"/>
    <dgm:cxn modelId="{45A4EAB4-0CFC-4384-9D2C-1AD3D79C63A7}" type="presParOf" srcId="{6C860E49-7C45-4693-AD58-F22E83CC99C8}" destId="{2D25CC4C-695A-4988-85C5-7FFEB08B2483}" srcOrd="0" destOrd="0" presId="urn:microsoft.com/office/officeart/2018/2/layout/IconLabelList"/>
    <dgm:cxn modelId="{DD05AB6C-C242-4703-BEBA-8156CA3B4D95}" type="presParOf" srcId="{6C860E49-7C45-4693-AD58-F22E83CC99C8}" destId="{7A9DF23B-99FA-4696-ACBD-039EB948EA88}" srcOrd="1" destOrd="0" presId="urn:microsoft.com/office/officeart/2018/2/layout/IconLabelList"/>
    <dgm:cxn modelId="{ABCE0C81-92DA-4240-BAD7-3860BEFAF56B}" type="presParOf" srcId="{6C860E49-7C45-4693-AD58-F22E83CC99C8}" destId="{910E0BB0-1FA1-4F93-8E01-21B90D3F9B19}" srcOrd="2" destOrd="0" presId="urn:microsoft.com/office/officeart/2018/2/layout/IconLabelList"/>
    <dgm:cxn modelId="{B7807479-6EF2-4A51-A3B8-0F603E15B091}" type="presParOf" srcId="{C4D39B56-75B6-4408-9952-3055FF637F91}" destId="{38894BDB-0307-4D1F-8A24-2CFE6F69A268}" srcOrd="5" destOrd="0" presId="urn:microsoft.com/office/officeart/2018/2/layout/IconLabelList"/>
    <dgm:cxn modelId="{D129A800-27F9-483A-B27B-772C810BD4CB}" type="presParOf" srcId="{C4D39B56-75B6-4408-9952-3055FF637F91}" destId="{5A71CF05-3662-43C3-A6E0-ADB7E13D689F}" srcOrd="6" destOrd="0" presId="urn:microsoft.com/office/officeart/2018/2/layout/IconLabelList"/>
    <dgm:cxn modelId="{52ECE207-AB13-4E39-9913-561E2813B6F1}" type="presParOf" srcId="{5A71CF05-3662-43C3-A6E0-ADB7E13D689F}" destId="{331E1148-1798-4319-8C69-A08DAA68C4D9}" srcOrd="0" destOrd="0" presId="urn:microsoft.com/office/officeart/2018/2/layout/IconLabelList"/>
    <dgm:cxn modelId="{DCBAF4D8-935F-4B1C-A37D-EE46C6535F5E}" type="presParOf" srcId="{5A71CF05-3662-43C3-A6E0-ADB7E13D689F}" destId="{6F772DF2-4FBE-46AB-812E-5E9665E1B09B}" srcOrd="1" destOrd="0" presId="urn:microsoft.com/office/officeart/2018/2/layout/IconLabelList"/>
    <dgm:cxn modelId="{F7BCA53D-6EA8-4EC7-B54B-5BF12427A858}" type="presParOf" srcId="{5A71CF05-3662-43C3-A6E0-ADB7E13D689F}" destId="{0E46619B-B43E-4CD9-96CB-3919D0E99A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3E405-4FA6-4003-90E0-A3169B3E9F0C}">
      <dsp:nvSpPr>
        <dsp:cNvPr id="0" name=""/>
        <dsp:cNvSpPr/>
      </dsp:nvSpPr>
      <dsp:spPr>
        <a:xfrm>
          <a:off x="1087639" y="301647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B9C3B-FFC4-4E98-A73B-C973C7934110}">
      <dsp:nvSpPr>
        <dsp:cNvPr id="0" name=""/>
        <dsp:cNvSpPr/>
      </dsp:nvSpPr>
      <dsp:spPr>
        <a:xfrm>
          <a:off x="72889" y="2382629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 classi sono un modo per strutturare codice basato su oggetti.</a:t>
          </a:r>
        </a:p>
      </dsp:txBody>
      <dsp:txXfrm>
        <a:off x="72889" y="2382629"/>
        <a:ext cx="3690000" cy="720000"/>
      </dsp:txXfrm>
    </dsp:sp>
    <dsp:sp modelId="{3B1AF371-6CF7-400C-9D61-4AB0ECD33A61}">
      <dsp:nvSpPr>
        <dsp:cNvPr id="0" name=""/>
        <dsp:cNvSpPr/>
      </dsp:nvSpPr>
      <dsp:spPr>
        <a:xfrm>
          <a:off x="5423389" y="301647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B1322-6D32-4B8C-81A2-E838C6EC5B27}">
      <dsp:nvSpPr>
        <dsp:cNvPr id="0" name=""/>
        <dsp:cNvSpPr/>
      </dsp:nvSpPr>
      <dsp:spPr>
        <a:xfrm>
          <a:off x="4408639" y="2382629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Introdotte con ES6 (2015), permettono di creare oggetti con proprietà e comportamenti.</a:t>
          </a:r>
        </a:p>
      </dsp:txBody>
      <dsp:txXfrm>
        <a:off x="4408639" y="2382629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4DE3C-ECC5-4D28-A756-CEE2EA50552B}">
      <dsp:nvSpPr>
        <dsp:cNvPr id="0" name=""/>
        <dsp:cNvSpPr/>
      </dsp:nvSpPr>
      <dsp:spPr>
        <a:xfrm>
          <a:off x="0" y="285348"/>
          <a:ext cx="4211240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Concetti chiave:</a:t>
          </a:r>
          <a:endParaRPr lang="en-US" sz="2000" kern="1200"/>
        </a:p>
      </dsp:txBody>
      <dsp:txXfrm>
        <a:off x="38784" y="324132"/>
        <a:ext cx="4133672" cy="716935"/>
      </dsp:txXfrm>
    </dsp:sp>
    <dsp:sp modelId="{BA2892A2-F7B3-409F-9FB3-759CFBB92742}">
      <dsp:nvSpPr>
        <dsp:cNvPr id="0" name=""/>
        <dsp:cNvSpPr/>
      </dsp:nvSpPr>
      <dsp:spPr>
        <a:xfrm>
          <a:off x="0" y="1137451"/>
          <a:ext cx="4211240" cy="794503"/>
        </a:xfrm>
        <a:prstGeom prst="roundRect">
          <a:avLst/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- Incapsulamento</a:t>
          </a:r>
          <a:endParaRPr lang="en-US" sz="2000" kern="1200"/>
        </a:p>
      </dsp:txBody>
      <dsp:txXfrm>
        <a:off x="38784" y="1176235"/>
        <a:ext cx="4133672" cy="716935"/>
      </dsp:txXfrm>
    </dsp:sp>
    <dsp:sp modelId="{E11F147C-477B-43B2-A4F8-F44F5A179F2F}">
      <dsp:nvSpPr>
        <dsp:cNvPr id="0" name=""/>
        <dsp:cNvSpPr/>
      </dsp:nvSpPr>
      <dsp:spPr>
        <a:xfrm>
          <a:off x="0" y="1989554"/>
          <a:ext cx="4211240" cy="794503"/>
        </a:xfrm>
        <a:prstGeom prst="roundRect">
          <a:avLst/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- Ereditarietà</a:t>
          </a:r>
          <a:endParaRPr lang="en-US" sz="2000" kern="1200"/>
        </a:p>
      </dsp:txBody>
      <dsp:txXfrm>
        <a:off x="38784" y="2028338"/>
        <a:ext cx="4133672" cy="716935"/>
      </dsp:txXfrm>
    </dsp:sp>
    <dsp:sp modelId="{161B7FE5-ABF6-4CB2-BFAA-7EF778375FBE}">
      <dsp:nvSpPr>
        <dsp:cNvPr id="0" name=""/>
        <dsp:cNvSpPr/>
      </dsp:nvSpPr>
      <dsp:spPr>
        <a:xfrm>
          <a:off x="0" y="2841658"/>
          <a:ext cx="4211240" cy="794503"/>
        </a:xfrm>
        <a:prstGeom prst="roundRect">
          <a:avLst/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- Polimorfismo</a:t>
          </a:r>
          <a:endParaRPr lang="en-US" sz="2000" kern="1200"/>
        </a:p>
      </dsp:txBody>
      <dsp:txXfrm>
        <a:off x="38784" y="2880442"/>
        <a:ext cx="4133672" cy="716935"/>
      </dsp:txXfrm>
    </dsp:sp>
    <dsp:sp modelId="{9B61A447-717F-4E3B-9579-BB18EE032EB3}">
      <dsp:nvSpPr>
        <dsp:cNvPr id="0" name=""/>
        <dsp:cNvSpPr/>
      </dsp:nvSpPr>
      <dsp:spPr>
        <a:xfrm>
          <a:off x="0" y="3693761"/>
          <a:ext cx="4211240" cy="794503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Le classi forniscono un modello per creare istanze (oggetti).</a:t>
          </a:r>
          <a:endParaRPr lang="en-US" sz="2000" kern="1200"/>
        </a:p>
      </dsp:txBody>
      <dsp:txXfrm>
        <a:off x="38784" y="3732545"/>
        <a:ext cx="4133672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2F480-E93C-4181-9824-4CA3AEF61617}">
      <dsp:nvSpPr>
        <dsp:cNvPr id="0" name=""/>
        <dsp:cNvSpPr/>
      </dsp:nvSpPr>
      <dsp:spPr>
        <a:xfrm>
          <a:off x="0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4E275-30B4-41E1-8D42-66E793ED97E8}">
      <dsp:nvSpPr>
        <dsp:cNvPr id="0" name=""/>
        <dsp:cNvSpPr/>
      </dsp:nvSpPr>
      <dsp:spPr>
        <a:xfrm>
          <a:off x="255360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Oggetti: strutture dati uniche.</a:t>
          </a:r>
          <a:endParaRPr lang="en-US" sz="2100" kern="1200"/>
        </a:p>
      </dsp:txBody>
      <dsp:txXfrm>
        <a:off x="298104" y="1136486"/>
        <a:ext cx="2212754" cy="1373895"/>
      </dsp:txXfrm>
    </dsp:sp>
    <dsp:sp modelId="{9CA16DBD-49BD-400C-B69F-138788071468}">
      <dsp:nvSpPr>
        <dsp:cNvPr id="0" name=""/>
        <dsp:cNvSpPr/>
      </dsp:nvSpPr>
      <dsp:spPr>
        <a:xfrm>
          <a:off x="2808962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4F690-C779-4544-8F8C-F0AA33FB8516}">
      <dsp:nvSpPr>
        <dsp:cNvPr id="0" name=""/>
        <dsp:cNvSpPr/>
      </dsp:nvSpPr>
      <dsp:spPr>
        <a:xfrm>
          <a:off x="3064323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Classi: modelli per creare più oggetti simili.</a:t>
          </a:r>
          <a:endParaRPr lang="en-US" sz="2100" kern="1200"/>
        </a:p>
      </dsp:txBody>
      <dsp:txXfrm>
        <a:off x="3107067" y="1136486"/>
        <a:ext cx="2212754" cy="1373895"/>
      </dsp:txXfrm>
    </dsp:sp>
    <dsp:sp modelId="{669A3F65-B65B-4E57-92F4-406ACC73874A}">
      <dsp:nvSpPr>
        <dsp:cNvPr id="0" name=""/>
        <dsp:cNvSpPr/>
      </dsp:nvSpPr>
      <dsp:spPr>
        <a:xfrm>
          <a:off x="5617925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19119-F08A-4C09-A52D-D4F24328373F}">
      <dsp:nvSpPr>
        <dsp:cNvPr id="0" name=""/>
        <dsp:cNvSpPr/>
      </dsp:nvSpPr>
      <dsp:spPr>
        <a:xfrm>
          <a:off x="5873285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Favoriscono riuso e manutenibilità del codice.</a:t>
          </a:r>
          <a:endParaRPr lang="en-US" sz="2100" kern="1200"/>
        </a:p>
      </dsp:txBody>
      <dsp:txXfrm>
        <a:off x="5916029" y="1136486"/>
        <a:ext cx="2212754" cy="13738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99F09-3578-4E70-8B29-9BD365EEB467}">
      <dsp:nvSpPr>
        <dsp:cNvPr id="0" name=""/>
        <dsp:cNvSpPr/>
      </dsp:nvSpPr>
      <dsp:spPr>
        <a:xfrm>
          <a:off x="729500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F53D4-8C76-41B1-B512-7108EF4DA81C}">
      <dsp:nvSpPr>
        <dsp:cNvPr id="0" name=""/>
        <dsp:cNvSpPr/>
      </dsp:nvSpPr>
      <dsp:spPr>
        <a:xfrm>
          <a:off x="70234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Constructor: inizializza le proprietà</a:t>
          </a:r>
          <a:endParaRPr lang="en-US" sz="1700" kern="1200"/>
        </a:p>
      </dsp:txBody>
      <dsp:txXfrm>
        <a:off x="70234" y="2040315"/>
        <a:ext cx="2397330" cy="720000"/>
      </dsp:txXfrm>
    </dsp:sp>
    <dsp:sp modelId="{7BC6398E-FCFA-44CF-AAE0-9D3D42E35FAB}">
      <dsp:nvSpPr>
        <dsp:cNvPr id="0" name=""/>
        <dsp:cNvSpPr/>
      </dsp:nvSpPr>
      <dsp:spPr>
        <a:xfrm>
          <a:off x="3546364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15557-9A60-4E1F-9146-9C4B222B16C8}">
      <dsp:nvSpPr>
        <dsp:cNvPr id="0" name=""/>
        <dsp:cNvSpPr/>
      </dsp:nvSpPr>
      <dsp:spPr>
        <a:xfrm>
          <a:off x="2887098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Metodi: definiscono i comportamenti</a:t>
          </a:r>
          <a:endParaRPr lang="en-US" sz="1700" kern="1200"/>
        </a:p>
      </dsp:txBody>
      <dsp:txXfrm>
        <a:off x="2887098" y="2040315"/>
        <a:ext cx="2397330" cy="720000"/>
      </dsp:txXfrm>
    </dsp:sp>
    <dsp:sp modelId="{0E3A50D2-F685-4B18-A6A1-4AC9B1ECC242}">
      <dsp:nvSpPr>
        <dsp:cNvPr id="0" name=""/>
        <dsp:cNvSpPr/>
      </dsp:nvSpPr>
      <dsp:spPr>
        <a:xfrm>
          <a:off x="6363228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5BACF-8905-449C-9CDC-BBB507D781F3}">
      <dsp:nvSpPr>
        <dsp:cNvPr id="0" name=""/>
        <dsp:cNvSpPr/>
      </dsp:nvSpPr>
      <dsp:spPr>
        <a:xfrm>
          <a:off x="5703962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Parola chiave `this`: riferisce all'istanza corrente</a:t>
          </a:r>
          <a:endParaRPr lang="en-US" sz="1700" kern="1200"/>
        </a:p>
      </dsp:txBody>
      <dsp:txXfrm>
        <a:off x="5703962" y="2040315"/>
        <a:ext cx="239733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35E2D-1707-48A2-9CAE-14A10B82C53D}">
      <dsp:nvSpPr>
        <dsp:cNvPr id="0" name=""/>
        <dsp:cNvSpPr/>
      </dsp:nvSpPr>
      <dsp:spPr>
        <a:xfrm>
          <a:off x="1087639" y="301647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030DB-E16A-46DA-8873-7F3BA3E150F4}">
      <dsp:nvSpPr>
        <dsp:cNvPr id="0" name=""/>
        <dsp:cNvSpPr/>
      </dsp:nvSpPr>
      <dsp:spPr>
        <a:xfrm>
          <a:off x="72889" y="2382629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- Getter/Setter: accesso </a:t>
          </a:r>
          <a:r>
            <a:rPr lang="en-US" sz="1900" b="0" i="0" kern="1200" dirty="0" err="1"/>
            <a:t>controllato</a:t>
          </a:r>
          <a:r>
            <a:rPr lang="en-US" sz="1900" b="0" i="0" kern="1200" dirty="0"/>
            <a:t> alle </a:t>
          </a:r>
          <a:r>
            <a:rPr lang="en-US" sz="1900" b="0" i="0" kern="1200" dirty="0" err="1"/>
            <a:t>proprietà</a:t>
          </a:r>
          <a:endParaRPr lang="en-US" sz="1900" kern="1200" dirty="0"/>
        </a:p>
      </dsp:txBody>
      <dsp:txXfrm>
        <a:off x="72889" y="2382629"/>
        <a:ext cx="3690000" cy="720000"/>
      </dsp:txXfrm>
    </dsp:sp>
    <dsp:sp modelId="{7387B6D2-2D0F-4E27-BF99-0290EFD548F8}">
      <dsp:nvSpPr>
        <dsp:cNvPr id="0" name=""/>
        <dsp:cNvSpPr/>
      </dsp:nvSpPr>
      <dsp:spPr>
        <a:xfrm>
          <a:off x="5423389" y="301647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71EF1-7923-45D2-9BF2-E2A358B7A1CB}">
      <dsp:nvSpPr>
        <dsp:cNvPr id="0" name=""/>
        <dsp:cNvSpPr/>
      </dsp:nvSpPr>
      <dsp:spPr>
        <a:xfrm>
          <a:off x="4408639" y="2382629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- Metodi statici: appartengono alla classe, non all’istanza</a:t>
          </a:r>
          <a:endParaRPr lang="en-US" sz="1900" kern="1200"/>
        </a:p>
      </dsp:txBody>
      <dsp:txXfrm>
        <a:off x="4408639" y="2382629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F02E-C6C8-4774-A762-984FF110D4F2}">
      <dsp:nvSpPr>
        <dsp:cNvPr id="0" name=""/>
        <dsp:cNvSpPr/>
      </dsp:nvSpPr>
      <dsp:spPr>
        <a:xfrm>
          <a:off x="729500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AA0D4-E5F1-4803-8578-6258A7326BF8}">
      <dsp:nvSpPr>
        <dsp:cNvPr id="0" name=""/>
        <dsp:cNvSpPr/>
      </dsp:nvSpPr>
      <dsp:spPr>
        <a:xfrm>
          <a:off x="70234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Codice più leggibile e organizzato</a:t>
          </a:r>
          <a:endParaRPr lang="en-US" sz="1700" kern="1200"/>
        </a:p>
      </dsp:txBody>
      <dsp:txXfrm>
        <a:off x="70234" y="2040315"/>
        <a:ext cx="2397330" cy="720000"/>
      </dsp:txXfrm>
    </dsp:sp>
    <dsp:sp modelId="{63D5C7BF-5972-431E-89AA-624FC859B092}">
      <dsp:nvSpPr>
        <dsp:cNvPr id="0" name=""/>
        <dsp:cNvSpPr/>
      </dsp:nvSpPr>
      <dsp:spPr>
        <a:xfrm>
          <a:off x="3546364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BECC1-E7AE-4D6F-AD96-F51BE0F6C928}">
      <dsp:nvSpPr>
        <dsp:cNvPr id="0" name=""/>
        <dsp:cNvSpPr/>
      </dsp:nvSpPr>
      <dsp:spPr>
        <a:xfrm>
          <a:off x="2887098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Maggiore riutilizzabilità</a:t>
          </a:r>
          <a:endParaRPr lang="en-US" sz="1700" kern="1200"/>
        </a:p>
      </dsp:txBody>
      <dsp:txXfrm>
        <a:off x="2887098" y="2040315"/>
        <a:ext cx="2397330" cy="720000"/>
      </dsp:txXfrm>
    </dsp:sp>
    <dsp:sp modelId="{FF01B6F8-8E9E-4730-853C-0CBAAE635D7A}">
      <dsp:nvSpPr>
        <dsp:cNvPr id="0" name=""/>
        <dsp:cNvSpPr/>
      </dsp:nvSpPr>
      <dsp:spPr>
        <a:xfrm>
          <a:off x="6363228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AC7B4-B24B-4C16-9F66-A75F4425D399}">
      <dsp:nvSpPr>
        <dsp:cNvPr id="0" name=""/>
        <dsp:cNvSpPr/>
      </dsp:nvSpPr>
      <dsp:spPr>
        <a:xfrm>
          <a:off x="5703962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- Favoriscono la progettazione modulare</a:t>
          </a:r>
          <a:endParaRPr lang="en-US" sz="1700" kern="1200"/>
        </a:p>
      </dsp:txBody>
      <dsp:txXfrm>
        <a:off x="5703962" y="2040315"/>
        <a:ext cx="239733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35673D-AED7-445C-8855-1C929AECBF81}">
      <dsp:nvSpPr>
        <dsp:cNvPr id="0" name=""/>
        <dsp:cNvSpPr/>
      </dsp:nvSpPr>
      <dsp:spPr>
        <a:xfrm>
          <a:off x="50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DA339-ABC9-4115-BFBD-F1F4168D20E5}">
      <dsp:nvSpPr>
        <dsp:cNvPr id="0" name=""/>
        <dsp:cNvSpPr/>
      </dsp:nvSpPr>
      <dsp:spPr>
        <a:xfrm>
          <a:off x="1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→ Applicazione pratica</a:t>
          </a:r>
          <a:endParaRPr lang="en-US" sz="1700" kern="1200"/>
        </a:p>
      </dsp:txBody>
      <dsp:txXfrm>
        <a:off x="13264" y="1882179"/>
        <a:ext cx="1800000" cy="720000"/>
      </dsp:txXfrm>
    </dsp:sp>
    <dsp:sp modelId="{53D7278C-082C-4C25-94E8-BE8621014D59}">
      <dsp:nvSpPr>
        <dsp:cNvPr id="0" name=""/>
        <dsp:cNvSpPr/>
      </dsp:nvSpPr>
      <dsp:spPr>
        <a:xfrm>
          <a:off x="262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0411-3F79-4292-9951-D4D0A436DC3E}">
      <dsp:nvSpPr>
        <dsp:cNvPr id="0" name=""/>
        <dsp:cNvSpPr/>
      </dsp:nvSpPr>
      <dsp:spPr>
        <a:xfrm>
          <a:off x="212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→ Costruzione di classi personalizzate</a:t>
          </a:r>
          <a:endParaRPr lang="en-US" sz="1700" kern="1200"/>
        </a:p>
      </dsp:txBody>
      <dsp:txXfrm>
        <a:off x="2128264" y="1882179"/>
        <a:ext cx="1800000" cy="720000"/>
      </dsp:txXfrm>
    </dsp:sp>
    <dsp:sp modelId="{2D25CC4C-695A-4988-85C5-7FFEB08B2483}">
      <dsp:nvSpPr>
        <dsp:cNvPr id="0" name=""/>
        <dsp:cNvSpPr/>
      </dsp:nvSpPr>
      <dsp:spPr>
        <a:xfrm>
          <a:off x="473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E0BB0-1FA1-4F93-8E01-21B90D3F9B19}">
      <dsp:nvSpPr>
        <dsp:cNvPr id="0" name=""/>
        <dsp:cNvSpPr/>
      </dsp:nvSpPr>
      <dsp:spPr>
        <a:xfrm>
          <a:off x="424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→ Esercizi su ereditarietà e metodi</a:t>
          </a:r>
          <a:endParaRPr lang="en-US" sz="1700" kern="1200"/>
        </a:p>
      </dsp:txBody>
      <dsp:txXfrm>
        <a:off x="4243264" y="1882179"/>
        <a:ext cx="1800000" cy="720000"/>
      </dsp:txXfrm>
    </dsp:sp>
    <dsp:sp modelId="{331E1148-1798-4319-8C69-A08DAA68C4D9}">
      <dsp:nvSpPr>
        <dsp:cNvPr id="0" name=""/>
        <dsp:cNvSpPr/>
      </dsp:nvSpPr>
      <dsp:spPr>
        <a:xfrm>
          <a:off x="685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6619B-B43E-4CD9-96CB-3919D0E99A9D}">
      <dsp:nvSpPr>
        <dsp:cNvPr id="0" name=""/>
        <dsp:cNvSpPr/>
      </dsp:nvSpPr>
      <dsp:spPr>
        <a:xfrm>
          <a:off x="635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→ Mini-progetto finale</a:t>
          </a:r>
          <a:endParaRPr lang="en-US" sz="1700" kern="1200"/>
        </a:p>
      </dsp:txBody>
      <dsp:txXfrm>
        <a:off x="6358264" y="188217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2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7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6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0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3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96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4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7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8684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97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63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30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53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0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9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99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1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67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582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57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00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76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69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81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83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43118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51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983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37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49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42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Classi in JavaScript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F8CEF8-72C8-7BFA-74C2-03F65C385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82821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magine 7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832BD94E-EC08-C54F-EFE0-D39874BCA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909" y="-76844"/>
            <a:ext cx="2381250" cy="242887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665DA0A-60CF-D822-2437-9BD6A184E0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084" y="6302904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GB" sz="2300">
                <a:solidFill>
                  <a:srgbClr val="F2F2F2"/>
                </a:solidFill>
              </a:rPr>
              <a:t>Programmazione a Oggetti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78EE9A-4750-9303-6C97-33927AC61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312139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FA003DC4-CFB0-F09F-B7A0-98ADE25D4F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9307" y="0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5826335-B14C-B124-66B7-40ECA3A30B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3" y="6338963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Oggetti vs Classi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E65626-8EA3-37E4-CF2C-1139671F00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28243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E7EE852E-E0D4-26D8-B1FB-C7D55A991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885" y="-71438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21653A8-86C9-4B5D-05F9-1412CBDD47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6" y="6285971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DC34FA-E708-B884-95B6-7684C6ADF9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8529"/>
          <a:stretch>
            <a:fillRect/>
          </a:stretch>
        </p:blipFill>
        <p:spPr>
          <a:xfrm>
            <a:off x="20" y="-5"/>
            <a:ext cx="9143752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7BBF8B-9A37-BFA9-46AC-66F4114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7805701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>
                <a:solidFill>
                  <a:srgbClr val="EBEBEB"/>
                </a:solidFill>
              </a:rPr>
              <a:t>Esempio di oggetto</a:t>
            </a:r>
          </a:p>
        </p:txBody>
      </p:sp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02A63A81-F51B-959B-FC77-58F009BE9F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909" y="-18910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48246DF-B8B0-7914-DC88-E4DFC2CA05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187" y="6391275"/>
            <a:ext cx="76676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7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F87FA-7098-50CF-58AA-F788863A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4A66CF6-5389-1ED4-392B-F79DC10B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627" y="1325880"/>
            <a:ext cx="2657598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>
                <a:solidFill>
                  <a:srgbClr val="EBEBEB"/>
                </a:solidFill>
              </a:rPr>
              <a:t>Esempio</a:t>
            </a:r>
            <a:r>
              <a:rPr lang="en-US" dirty="0">
                <a:solidFill>
                  <a:srgbClr val="EBEBEB"/>
                </a:solidFill>
              </a:rPr>
              <a:t> di </a:t>
            </a:r>
            <a:r>
              <a:rPr lang="en-US">
                <a:solidFill>
                  <a:srgbClr val="EBEBEB"/>
                </a:solidFill>
              </a:rPr>
              <a:t>classe</a:t>
            </a: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62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60249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98E1B65-8BC4-73AD-FC9D-8B3B052FB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1839" b="-1"/>
          <a:stretch>
            <a:fillRect/>
          </a:stretch>
        </p:blipFill>
        <p:spPr>
          <a:xfrm>
            <a:off x="20" y="10"/>
            <a:ext cx="5819935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312A969-25DD-B59E-009A-D0310E356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2456" y="-63817"/>
            <a:ext cx="23812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8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Struttura di una Classe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B04155-9C75-6968-6565-006157A39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79140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D9632FF1-DBE1-BE6C-72A6-C7AD56F23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909" y="-142713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89B68D6-7A58-EAFA-B73E-81CCBE676B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7" y="6252857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GB" sz="3300"/>
              <a:t>Ereditarietà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t>Le classi possono estendere altre classi.</a:t>
            </a:r>
          </a:p>
          <a:p>
            <a:r>
              <a:t>`extends` permette a una sottoclasse di ereditare metodi e proprietà.</a:t>
            </a:r>
          </a:p>
          <a:p>
            <a:r>
              <a:t>`super()` richiama il costruttore della classe genitore.</a:t>
            </a:r>
          </a:p>
        </p:txBody>
      </p:sp>
      <p:pic>
        <p:nvPicPr>
          <p:cNvPr id="5" name="Immagine 4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6541B832-109D-01C4-EFFC-5519D512A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83" y="425091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D1D3DE3-2D02-6805-4A9B-469D40018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7" y="6266847"/>
            <a:ext cx="766762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GB" sz="2300"/>
              <a:t>Incapsulamento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t>L'incapsulamento consiste nel nascondere i dettagli interni di un oggetto.</a:t>
            </a:r>
          </a:p>
          <a:p>
            <a:r>
              <a:t>Permette di esporre solo ciò che è necessario tramite metodi pubblici.</a:t>
            </a:r>
          </a:p>
          <a:p>
            <a:r>
              <a:t>Vantaggi:</a:t>
            </a:r>
          </a:p>
          <a:p>
            <a:r>
              <a:t>- Protezione dei dati</a:t>
            </a:r>
          </a:p>
          <a:p>
            <a:r>
              <a:t>- Interfaccia chiara</a:t>
            </a:r>
          </a:p>
          <a:p>
            <a:r>
              <a:t>- Facilità di manutenzione</a:t>
            </a:r>
          </a:p>
        </p:txBody>
      </p:sp>
      <p:pic>
        <p:nvPicPr>
          <p:cNvPr id="5" name="Immagine 4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61D9DED-C510-05DE-7AC8-9AE8CB2BB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83" y="533246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E7C2662-A4DA-7A06-2550-3BD58A1DF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96" y="6292799"/>
            <a:ext cx="766762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GB" sz="2900"/>
              <a:t>Polimorfismo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t>Il polimorfismo consente a oggetti diversi di rispondere in modo diverso allo stesso metodo.</a:t>
            </a:r>
          </a:p>
          <a:p>
            <a:r>
              <a:t>In JavaScript si manifesta attraverso:</a:t>
            </a:r>
          </a:p>
          <a:p>
            <a:r>
              <a:t>- Sovrascrittura dei metodi (override)</a:t>
            </a:r>
          </a:p>
          <a:p>
            <a:r>
              <a:t>- Comportamento comune con implementazioni differenti</a:t>
            </a:r>
          </a:p>
        </p:txBody>
      </p:sp>
      <p:pic>
        <p:nvPicPr>
          <p:cNvPr id="5" name="Immagine 4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19FC9CEE-2A8D-9C1B-87E2-6148E005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83" y="434924"/>
            <a:ext cx="2381250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408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7E454D6-0098-7593-6396-B9D0CDD386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3" name="Immagine 2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A38F299A-F074-0494-7DBD-A1169AA708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7058" y="-71438"/>
            <a:ext cx="23812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73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AEFB555-E0AA-79E7-61DE-AC80C8188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5086" y="19057"/>
            <a:ext cx="6619211" cy="68239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3" name="Immagine 2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7778E3AC-F7CE-AC9F-8E8F-01E0B6DAED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909" y="-73031"/>
            <a:ext cx="23812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8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>
                <a:solidFill>
                  <a:srgbClr val="EBEBEB"/>
                </a:solidFill>
              </a:rPr>
              <a:t>Getter, Setter, Metodi Statici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ECBC6F-EFD3-8280-7E08-CB4FAAB50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69651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0F06316D-B9AA-D448-5CA5-ED877B7B64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022" y="-76844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38F68E3-5606-1756-F608-8D457B404E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6" y="6228733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>
                <a:solidFill>
                  <a:srgbClr val="EBEBEB"/>
                </a:solidFill>
              </a:rPr>
              <a:t>Vantaggi dell'uso delle Classi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3C577-DCCD-0D32-2D05-46A3C3726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78578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C69FFD99-4B92-E634-12D4-1F3723E7C8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022" y="-96010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A46CEFE-ACC5-73FF-9BC2-E590D5433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6" y="6271902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Prossimi Passi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3111BA-1415-79E5-C9F5-31CECD9D6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6994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E6342D6C-17F6-B4F6-4A5A-9333CD0FBC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022" y="-76844"/>
            <a:ext cx="2381250" cy="24288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1D59175-3C93-931E-885B-1E49E627F6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7" y="6283007"/>
            <a:ext cx="7667625" cy="4667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D52018-DF37-75CA-7B76-4135DD86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Esercizio</a:t>
            </a:r>
            <a:r>
              <a:rPr lang="en-US" sz="2800" dirty="0"/>
              <a:t>: </a:t>
            </a:r>
            <a:r>
              <a:rPr lang="en-US" sz="2800" dirty="0" err="1"/>
              <a:t>Ereditarietà</a:t>
            </a:r>
            <a:r>
              <a:rPr lang="en-US" sz="2800" dirty="0"/>
              <a:t> e </a:t>
            </a:r>
            <a:r>
              <a:rPr lang="en-US" sz="2800" dirty="0" err="1"/>
              <a:t>Incapsulamento</a:t>
            </a:r>
            <a:r>
              <a:rPr lang="en-US" sz="2800" dirty="0"/>
              <a:t> in JavaScript</a:t>
            </a:r>
            <a:br>
              <a:rPr lang="en-GB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66DB63-7737-6B8F-3632-E26FE530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1" y="1494503"/>
            <a:ext cx="8089018" cy="4753903"/>
          </a:xfrm>
        </p:spPr>
        <p:txBody>
          <a:bodyPr>
            <a:normAutofit/>
          </a:bodyPr>
          <a:lstStyle/>
          <a:p>
            <a:r>
              <a:rPr lang="en-US" dirty="0"/>
              <a:t>1. Crea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`</a:t>
            </a:r>
            <a:r>
              <a:rPr lang="en-US" dirty="0" err="1"/>
              <a:t>Animale</a:t>
            </a:r>
            <a:r>
              <a:rPr lang="en-US" dirty="0"/>
              <a:t>` </a:t>
            </a:r>
            <a:r>
              <a:rPr lang="en-US" dirty="0" err="1"/>
              <a:t>che</a:t>
            </a:r>
            <a:r>
              <a:rPr lang="en-US" dirty="0"/>
              <a:t> ha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proprietà</a:t>
            </a:r>
            <a:r>
              <a:rPr lang="en-US" dirty="0"/>
              <a:t> </a:t>
            </a:r>
            <a:r>
              <a:rPr lang="en-US" dirty="0" err="1"/>
              <a:t>privata</a:t>
            </a:r>
            <a:r>
              <a:rPr lang="en-US" dirty="0"/>
              <a:t> `#</a:t>
            </a:r>
            <a:r>
              <a:rPr lang="en-US" dirty="0" err="1"/>
              <a:t>nome</a:t>
            </a:r>
            <a:r>
              <a:rPr lang="en-US" dirty="0"/>
              <a:t>` 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- `constructor(</a:t>
            </a:r>
            <a:r>
              <a:rPr lang="en-US" dirty="0" err="1"/>
              <a:t>nome</a:t>
            </a:r>
            <a:r>
              <a:rPr lang="en-US" dirty="0"/>
              <a:t>)`: </a:t>
            </a:r>
            <a:r>
              <a:rPr lang="en-US" dirty="0" err="1"/>
              <a:t>inizializza</a:t>
            </a:r>
            <a:r>
              <a:rPr lang="en-US" dirty="0"/>
              <a:t> il </a:t>
            </a:r>
            <a:r>
              <a:rPr lang="en-US" dirty="0" err="1"/>
              <a:t>nome</a:t>
            </a:r>
            <a:br>
              <a:rPr lang="en-US" dirty="0"/>
            </a:br>
            <a:r>
              <a:rPr lang="en-US" dirty="0"/>
              <a:t>   - `get </a:t>
            </a:r>
            <a:r>
              <a:rPr lang="en-US" dirty="0" err="1"/>
              <a:t>nome</a:t>
            </a:r>
            <a:r>
              <a:rPr lang="en-US" dirty="0"/>
              <a:t>()`: </a:t>
            </a:r>
            <a:r>
              <a:rPr lang="en-US" dirty="0" err="1"/>
              <a:t>restituisce</a:t>
            </a:r>
            <a:r>
              <a:rPr lang="en-US" dirty="0"/>
              <a:t> il </a:t>
            </a:r>
            <a:r>
              <a:rPr lang="en-US" dirty="0" err="1"/>
              <a:t>nome</a:t>
            </a:r>
            <a:br>
              <a:rPr lang="en-US" dirty="0"/>
            </a:br>
            <a:r>
              <a:rPr lang="en-US" dirty="0"/>
              <a:t>   - `set </a:t>
            </a:r>
            <a:r>
              <a:rPr lang="en-US" dirty="0" err="1"/>
              <a:t>nome</a:t>
            </a:r>
            <a:r>
              <a:rPr lang="en-US" dirty="0"/>
              <a:t>(</a:t>
            </a:r>
            <a:r>
              <a:rPr lang="en-US" dirty="0" err="1"/>
              <a:t>nuovoNome</a:t>
            </a:r>
            <a:r>
              <a:rPr lang="en-US" dirty="0"/>
              <a:t>)`: </a:t>
            </a:r>
            <a:r>
              <a:rPr lang="en-US" dirty="0" err="1"/>
              <a:t>aggiorna</a:t>
            </a:r>
            <a:r>
              <a:rPr lang="en-US" dirty="0"/>
              <a:t> il </a:t>
            </a:r>
            <a:r>
              <a:rPr lang="en-US" dirty="0" err="1"/>
              <a:t>nome</a:t>
            </a:r>
            <a:r>
              <a:rPr lang="en-US" dirty="0"/>
              <a:t> solo se non è </a:t>
            </a:r>
            <a:r>
              <a:rPr lang="en-US" dirty="0" err="1"/>
              <a:t>vuoto</a:t>
            </a:r>
            <a:br>
              <a:rPr lang="en-US" dirty="0"/>
            </a:br>
            <a:r>
              <a:rPr lang="en-US" dirty="0"/>
              <a:t>   - `verso()`: </a:t>
            </a:r>
            <a:r>
              <a:rPr lang="en-US" dirty="0" err="1"/>
              <a:t>stampa</a:t>
            </a:r>
            <a:r>
              <a:rPr lang="en-US" dirty="0"/>
              <a:t> un verso </a:t>
            </a:r>
            <a:r>
              <a:rPr lang="en-US" dirty="0" err="1"/>
              <a:t>generico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Crea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`Cane`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estende</a:t>
            </a:r>
            <a:r>
              <a:rPr lang="en-US" dirty="0"/>
              <a:t> `</a:t>
            </a:r>
            <a:r>
              <a:rPr lang="en-US" dirty="0" err="1"/>
              <a:t>Animale</a:t>
            </a:r>
            <a:r>
              <a:rPr lang="en-US" dirty="0"/>
              <a:t>` e </a:t>
            </a:r>
            <a:r>
              <a:rPr lang="en-US" dirty="0" err="1"/>
              <a:t>aggiunge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- Una </a:t>
            </a:r>
            <a:r>
              <a:rPr lang="en-US" dirty="0" err="1"/>
              <a:t>proprietà</a:t>
            </a:r>
            <a:r>
              <a:rPr lang="en-US" dirty="0"/>
              <a:t> `</a:t>
            </a:r>
            <a:r>
              <a:rPr lang="en-US" dirty="0" err="1"/>
              <a:t>razza</a:t>
            </a:r>
            <a:r>
              <a:rPr lang="en-US" dirty="0"/>
              <a:t>`</a:t>
            </a:r>
            <a:br>
              <a:rPr lang="en-US" dirty="0"/>
            </a:br>
            <a:r>
              <a:rPr lang="en-US" dirty="0"/>
              <a:t>   - Un override del </a:t>
            </a:r>
            <a:r>
              <a:rPr lang="en-US" dirty="0" err="1"/>
              <a:t>metodo</a:t>
            </a:r>
            <a:r>
              <a:rPr lang="en-US" dirty="0"/>
              <a:t> `verso()`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stampa</a:t>
            </a:r>
            <a:r>
              <a:rPr lang="en-US" dirty="0"/>
              <a:t>: `NOME </a:t>
            </a:r>
            <a:r>
              <a:rPr lang="en-US" dirty="0" err="1"/>
              <a:t>abbaia</a:t>
            </a:r>
            <a:r>
              <a:rPr lang="en-US" dirty="0"/>
              <a:t>: Bau!`</a:t>
            </a:r>
            <a:br>
              <a:rPr lang="en-US" dirty="0"/>
            </a:br>
            <a:r>
              <a:rPr lang="en-US" dirty="0"/>
              <a:t>   - Un </a:t>
            </a:r>
            <a:r>
              <a:rPr lang="en-US" dirty="0" err="1"/>
              <a:t>metodo</a:t>
            </a:r>
            <a:r>
              <a:rPr lang="en-US" dirty="0"/>
              <a:t> `info()`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stampa</a:t>
            </a:r>
            <a:r>
              <a:rPr lang="en-US" dirty="0"/>
              <a:t>: `NOME è un cane di </a:t>
            </a:r>
            <a:r>
              <a:rPr lang="en-US" dirty="0" err="1"/>
              <a:t>razza</a:t>
            </a:r>
            <a:r>
              <a:rPr lang="en-US" dirty="0"/>
              <a:t> RAZZA`</a:t>
            </a:r>
            <a:endParaRPr lang="en-GB" dirty="0"/>
          </a:p>
          <a:p>
            <a:endParaRPr lang="en-GB" dirty="0"/>
          </a:p>
        </p:txBody>
      </p:sp>
      <p:pic>
        <p:nvPicPr>
          <p:cNvPr id="5" name="Immagine 4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1107A94A-2FFE-366A-86DA-C16A922B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53" y="-61455"/>
            <a:ext cx="1776075" cy="18115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B1D2F9A-4A99-9C0C-8653-4210207B8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7" y="6314774"/>
            <a:ext cx="76676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44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TM02836342[[fn=Ione]]</Template>
  <TotalTime>30</TotalTime>
  <Words>415</Words>
  <Application>Microsoft Office PowerPoint</Application>
  <PresentationFormat>Presentazione su schermo (4:3)</PresentationFormat>
  <Paragraphs>49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Century Gothic</vt:lpstr>
      <vt:lpstr>Wingdings 3</vt:lpstr>
      <vt:lpstr>Ione</vt:lpstr>
      <vt:lpstr>1_Ione</vt:lpstr>
      <vt:lpstr>Classi in JavaScript</vt:lpstr>
      <vt:lpstr>Programmazione a Oggetti</vt:lpstr>
      <vt:lpstr>Oggetti vs Classi</vt:lpstr>
      <vt:lpstr>Esempio di oggetto</vt:lpstr>
      <vt:lpstr>Esempio di classe</vt:lpstr>
      <vt:lpstr>Struttura di una Classe</vt:lpstr>
      <vt:lpstr>Ereditarietà</vt:lpstr>
      <vt:lpstr>Incapsulamento</vt:lpstr>
      <vt:lpstr>Polimorfismo</vt:lpstr>
      <vt:lpstr>Presentazione standard di PowerPoint</vt:lpstr>
      <vt:lpstr>Presentazione standard di PowerPoint</vt:lpstr>
      <vt:lpstr>Getter, Setter, Metodi Statici</vt:lpstr>
      <vt:lpstr>Vantaggi dell'uso delle Classi</vt:lpstr>
      <vt:lpstr>Prossimi Passi</vt:lpstr>
      <vt:lpstr>Esercizio: Ereditarietà e Incapsulamento in JavaScript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Tiozzo Mattia</cp:lastModifiedBy>
  <cp:revision>4</cp:revision>
  <dcterms:created xsi:type="dcterms:W3CDTF">2013-01-27T09:14:16Z</dcterms:created>
  <dcterms:modified xsi:type="dcterms:W3CDTF">2025-06-27T16:07:50Z</dcterms:modified>
  <cp:category/>
</cp:coreProperties>
</file>