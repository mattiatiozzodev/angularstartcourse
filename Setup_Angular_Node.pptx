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hyperlink" Target="https://nodejs.org/" TargetMode="Externa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7.png"/><Relationship Id="rId7" Type="http://schemas.openxmlformats.org/officeDocument/2006/relationships/image" Target="../media/image2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hyperlink" Target="https://nodejs.org/" TargetMode="External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9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7.png"/><Relationship Id="rId7" Type="http://schemas.openxmlformats.org/officeDocument/2006/relationships/image" Target="../media/image2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FA2975-FB92-4668-8B73-AC52FEA739D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159AFD-0D22-4D3D-B142-89EA3C3308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Piattaforma JavaScript lato server basata su V8.</a:t>
          </a:r>
        </a:p>
      </dgm:t>
    </dgm:pt>
    <dgm:pt modelId="{B9AEF336-2018-4333-9B1F-446AA294031D}" type="parTrans" cxnId="{A256DDD4-BDDA-438F-865D-947954ED0D60}">
      <dgm:prSet/>
      <dgm:spPr/>
      <dgm:t>
        <a:bodyPr/>
        <a:lstStyle/>
        <a:p>
          <a:endParaRPr lang="en-US"/>
        </a:p>
      </dgm:t>
    </dgm:pt>
    <dgm:pt modelId="{E2A0CAA2-A584-4C6B-895E-9ACBAC7AB460}" type="sibTrans" cxnId="{A256DDD4-BDDA-438F-865D-947954ED0D60}">
      <dgm:prSet/>
      <dgm:spPr/>
      <dgm:t>
        <a:bodyPr/>
        <a:lstStyle/>
        <a:p>
          <a:endParaRPr lang="en-US"/>
        </a:p>
      </dgm:t>
    </dgm:pt>
    <dgm:pt modelId="{F82A1C1F-E55C-447D-808E-63CAB98D41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Angular richiede Node.js per usare npm e Angular CLI.</a:t>
          </a:r>
        </a:p>
      </dgm:t>
    </dgm:pt>
    <dgm:pt modelId="{1137E414-BD2A-438B-A4DC-F00998EFD9D8}" type="parTrans" cxnId="{D4405AD8-682A-4875-9AF5-CDA8A626E81B}">
      <dgm:prSet/>
      <dgm:spPr/>
      <dgm:t>
        <a:bodyPr/>
        <a:lstStyle/>
        <a:p>
          <a:endParaRPr lang="en-US"/>
        </a:p>
      </dgm:t>
    </dgm:pt>
    <dgm:pt modelId="{B1E6DC15-10AD-4317-A4EA-89BA6170CCDB}" type="sibTrans" cxnId="{D4405AD8-682A-4875-9AF5-CDA8A626E81B}">
      <dgm:prSet/>
      <dgm:spPr/>
      <dgm:t>
        <a:bodyPr/>
        <a:lstStyle/>
        <a:p>
          <a:endParaRPr lang="en-US"/>
        </a:p>
      </dgm:t>
    </dgm:pt>
    <dgm:pt modelId="{BE318013-3BD4-41DA-B146-9EDAB1BBC4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Scarica Node.js (consigliata versione LTS): </a:t>
          </a:r>
          <a:r>
            <a:rPr lang="en-US">
              <a:hlinkClick xmlns:r="http://schemas.openxmlformats.org/officeDocument/2006/relationships" r:id="rId1"/>
            </a:rPr>
            <a:t>https://nodejs.org</a:t>
          </a:r>
          <a:endParaRPr lang="en-US"/>
        </a:p>
      </dgm:t>
    </dgm:pt>
    <dgm:pt modelId="{93712FB1-4F04-48FA-8663-2398CCDFA8D3}" type="parTrans" cxnId="{B21F8E8A-5E64-486F-8177-C7CA46801811}">
      <dgm:prSet/>
      <dgm:spPr/>
      <dgm:t>
        <a:bodyPr/>
        <a:lstStyle/>
        <a:p>
          <a:endParaRPr lang="en-US"/>
        </a:p>
      </dgm:t>
    </dgm:pt>
    <dgm:pt modelId="{21A20A18-0125-414C-A0D5-5EB0D429D527}" type="sibTrans" cxnId="{B21F8E8A-5E64-486F-8177-C7CA46801811}">
      <dgm:prSet/>
      <dgm:spPr/>
      <dgm:t>
        <a:bodyPr/>
        <a:lstStyle/>
        <a:p>
          <a:endParaRPr lang="en-US"/>
        </a:p>
      </dgm:t>
    </dgm:pt>
    <dgm:pt modelId="{7955E932-043D-4CFE-BC79-EF31BE7FA2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Verifica installazione: `node -v` e `npm -v`</a:t>
          </a:r>
        </a:p>
      </dgm:t>
    </dgm:pt>
    <dgm:pt modelId="{EBE2D4BE-3993-476C-8074-4425F33C4F5D}" type="parTrans" cxnId="{56AC0704-ACE4-4D40-94D7-DF3877F6D882}">
      <dgm:prSet/>
      <dgm:spPr/>
      <dgm:t>
        <a:bodyPr/>
        <a:lstStyle/>
        <a:p>
          <a:endParaRPr lang="en-US"/>
        </a:p>
      </dgm:t>
    </dgm:pt>
    <dgm:pt modelId="{D6D70052-C4CB-406A-B823-7233FEA90D06}" type="sibTrans" cxnId="{56AC0704-ACE4-4D40-94D7-DF3877F6D882}">
      <dgm:prSet/>
      <dgm:spPr/>
      <dgm:t>
        <a:bodyPr/>
        <a:lstStyle/>
        <a:p>
          <a:endParaRPr lang="en-US"/>
        </a:p>
      </dgm:t>
    </dgm:pt>
    <dgm:pt modelId="{5D4DC265-9842-4F49-B2E1-6C5B9768A592}" type="pres">
      <dgm:prSet presAssocID="{A0FA2975-FB92-4668-8B73-AC52FEA739D5}" presName="root" presStyleCnt="0">
        <dgm:presLayoutVars>
          <dgm:dir/>
          <dgm:resizeHandles val="exact"/>
        </dgm:presLayoutVars>
      </dgm:prSet>
      <dgm:spPr/>
    </dgm:pt>
    <dgm:pt modelId="{7A40B92E-86BB-496C-978B-892AE3D99208}" type="pres">
      <dgm:prSet presAssocID="{72159AFD-0D22-4D3D-B142-89EA3C33087E}" presName="compNode" presStyleCnt="0"/>
      <dgm:spPr/>
    </dgm:pt>
    <dgm:pt modelId="{6E0DAD4F-A4B5-4E9F-864F-CCD5B2B82081}" type="pres">
      <dgm:prSet presAssocID="{72159AFD-0D22-4D3D-B142-89EA3C33087E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3DC5EA8-4BFF-423F-865D-393B11C7312A}" type="pres">
      <dgm:prSet presAssocID="{72159AFD-0D22-4D3D-B142-89EA3C33087E}" presName="spaceRect" presStyleCnt="0"/>
      <dgm:spPr/>
    </dgm:pt>
    <dgm:pt modelId="{BD245B9F-1D8A-4729-92FF-78F201EBA7EC}" type="pres">
      <dgm:prSet presAssocID="{72159AFD-0D22-4D3D-B142-89EA3C33087E}" presName="textRect" presStyleLbl="revTx" presStyleIdx="0" presStyleCnt="4">
        <dgm:presLayoutVars>
          <dgm:chMax val="1"/>
          <dgm:chPref val="1"/>
        </dgm:presLayoutVars>
      </dgm:prSet>
      <dgm:spPr/>
    </dgm:pt>
    <dgm:pt modelId="{6D0D0E8B-FF28-4F1F-BEDC-A1C0B6B8C97F}" type="pres">
      <dgm:prSet presAssocID="{E2A0CAA2-A584-4C6B-895E-9ACBAC7AB460}" presName="sibTrans" presStyleCnt="0"/>
      <dgm:spPr/>
    </dgm:pt>
    <dgm:pt modelId="{AAF0A8C4-6C55-4152-8E2E-A64626D326F4}" type="pres">
      <dgm:prSet presAssocID="{F82A1C1F-E55C-447D-808E-63CAB98D414E}" presName="compNode" presStyleCnt="0"/>
      <dgm:spPr/>
    </dgm:pt>
    <dgm:pt modelId="{AACE19CE-FC98-41E7-B74F-AC4E1F2B121C}" type="pres">
      <dgm:prSet presAssocID="{F82A1C1F-E55C-447D-808E-63CAB98D414E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8F19A199-9864-49DA-B163-2924355A7E63}" type="pres">
      <dgm:prSet presAssocID="{F82A1C1F-E55C-447D-808E-63CAB98D414E}" presName="spaceRect" presStyleCnt="0"/>
      <dgm:spPr/>
    </dgm:pt>
    <dgm:pt modelId="{8902B998-0B12-4341-8BFB-D5FDE4EC6202}" type="pres">
      <dgm:prSet presAssocID="{F82A1C1F-E55C-447D-808E-63CAB98D414E}" presName="textRect" presStyleLbl="revTx" presStyleIdx="1" presStyleCnt="4">
        <dgm:presLayoutVars>
          <dgm:chMax val="1"/>
          <dgm:chPref val="1"/>
        </dgm:presLayoutVars>
      </dgm:prSet>
      <dgm:spPr/>
    </dgm:pt>
    <dgm:pt modelId="{127C41AC-D7BF-4E00-A278-D0072206FCD9}" type="pres">
      <dgm:prSet presAssocID="{B1E6DC15-10AD-4317-A4EA-89BA6170CCDB}" presName="sibTrans" presStyleCnt="0"/>
      <dgm:spPr/>
    </dgm:pt>
    <dgm:pt modelId="{9A753DD6-1A0D-476C-A714-4FD8E088D909}" type="pres">
      <dgm:prSet presAssocID="{BE318013-3BD4-41DA-B146-9EDAB1BBC422}" presName="compNode" presStyleCnt="0"/>
      <dgm:spPr/>
    </dgm:pt>
    <dgm:pt modelId="{59FC725E-8D81-44EF-A50D-F67B250812B5}" type="pres">
      <dgm:prSet presAssocID="{BE318013-3BD4-41DA-B146-9EDAB1BBC422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F810CD0B-4F45-4131-AB28-901426708F63}" type="pres">
      <dgm:prSet presAssocID="{BE318013-3BD4-41DA-B146-9EDAB1BBC422}" presName="spaceRect" presStyleCnt="0"/>
      <dgm:spPr/>
    </dgm:pt>
    <dgm:pt modelId="{5A296992-5F05-46F9-8A35-2C7DB5181A1C}" type="pres">
      <dgm:prSet presAssocID="{BE318013-3BD4-41DA-B146-9EDAB1BBC422}" presName="textRect" presStyleLbl="revTx" presStyleIdx="2" presStyleCnt="4">
        <dgm:presLayoutVars>
          <dgm:chMax val="1"/>
          <dgm:chPref val="1"/>
        </dgm:presLayoutVars>
      </dgm:prSet>
      <dgm:spPr/>
    </dgm:pt>
    <dgm:pt modelId="{B3B1D1F5-A9B2-4BDC-807E-894EC2F0CCE6}" type="pres">
      <dgm:prSet presAssocID="{21A20A18-0125-414C-A0D5-5EB0D429D527}" presName="sibTrans" presStyleCnt="0"/>
      <dgm:spPr/>
    </dgm:pt>
    <dgm:pt modelId="{0F3B655E-9A49-4DEC-AA1E-F35612FB1DFB}" type="pres">
      <dgm:prSet presAssocID="{7955E932-043D-4CFE-BC79-EF31BE7FA262}" presName="compNode" presStyleCnt="0"/>
      <dgm:spPr/>
    </dgm:pt>
    <dgm:pt modelId="{DF2A9C8E-7D16-4B51-8B1E-847D1EC4BFB2}" type="pres">
      <dgm:prSet presAssocID="{7955E932-043D-4CFE-BC79-EF31BE7FA262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7703D87-A728-47E5-A119-CBA773CB4334}" type="pres">
      <dgm:prSet presAssocID="{7955E932-043D-4CFE-BC79-EF31BE7FA262}" presName="spaceRect" presStyleCnt="0"/>
      <dgm:spPr/>
    </dgm:pt>
    <dgm:pt modelId="{1E25FC4A-CAB8-4D1E-B30F-E4EF1B57D172}" type="pres">
      <dgm:prSet presAssocID="{7955E932-043D-4CFE-BC79-EF31BE7FA2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6AC0704-ACE4-4D40-94D7-DF3877F6D882}" srcId="{A0FA2975-FB92-4668-8B73-AC52FEA739D5}" destId="{7955E932-043D-4CFE-BC79-EF31BE7FA262}" srcOrd="3" destOrd="0" parTransId="{EBE2D4BE-3993-476C-8074-4425F33C4F5D}" sibTransId="{D6D70052-C4CB-406A-B823-7233FEA90D06}"/>
    <dgm:cxn modelId="{41954920-DBE5-41B5-A8A8-A26341EE09A5}" type="presOf" srcId="{7955E932-043D-4CFE-BC79-EF31BE7FA262}" destId="{1E25FC4A-CAB8-4D1E-B30F-E4EF1B57D172}" srcOrd="0" destOrd="0" presId="urn:microsoft.com/office/officeart/2018/2/layout/IconLabelList"/>
    <dgm:cxn modelId="{89DD7724-28E6-44BA-A475-3BBF3F2E6D76}" type="presOf" srcId="{BE318013-3BD4-41DA-B146-9EDAB1BBC422}" destId="{5A296992-5F05-46F9-8A35-2C7DB5181A1C}" srcOrd="0" destOrd="0" presId="urn:microsoft.com/office/officeart/2018/2/layout/IconLabelList"/>
    <dgm:cxn modelId="{9A3EAD2D-97F1-4D1B-81A5-DC0BD7B6456B}" type="presOf" srcId="{72159AFD-0D22-4D3D-B142-89EA3C33087E}" destId="{BD245B9F-1D8A-4729-92FF-78F201EBA7EC}" srcOrd="0" destOrd="0" presId="urn:microsoft.com/office/officeart/2018/2/layout/IconLabelList"/>
    <dgm:cxn modelId="{512C3765-9581-44EF-9B93-0C1775F5E6A6}" type="presOf" srcId="{A0FA2975-FB92-4668-8B73-AC52FEA739D5}" destId="{5D4DC265-9842-4F49-B2E1-6C5B9768A592}" srcOrd="0" destOrd="0" presId="urn:microsoft.com/office/officeart/2018/2/layout/IconLabelList"/>
    <dgm:cxn modelId="{AE613C87-82EB-4CD7-B36A-1E6D0BF4EADE}" type="presOf" srcId="{F82A1C1F-E55C-447D-808E-63CAB98D414E}" destId="{8902B998-0B12-4341-8BFB-D5FDE4EC6202}" srcOrd="0" destOrd="0" presId="urn:microsoft.com/office/officeart/2018/2/layout/IconLabelList"/>
    <dgm:cxn modelId="{B21F8E8A-5E64-486F-8177-C7CA46801811}" srcId="{A0FA2975-FB92-4668-8B73-AC52FEA739D5}" destId="{BE318013-3BD4-41DA-B146-9EDAB1BBC422}" srcOrd="2" destOrd="0" parTransId="{93712FB1-4F04-48FA-8663-2398CCDFA8D3}" sibTransId="{21A20A18-0125-414C-A0D5-5EB0D429D527}"/>
    <dgm:cxn modelId="{A256DDD4-BDDA-438F-865D-947954ED0D60}" srcId="{A0FA2975-FB92-4668-8B73-AC52FEA739D5}" destId="{72159AFD-0D22-4D3D-B142-89EA3C33087E}" srcOrd="0" destOrd="0" parTransId="{B9AEF336-2018-4333-9B1F-446AA294031D}" sibTransId="{E2A0CAA2-A584-4C6B-895E-9ACBAC7AB460}"/>
    <dgm:cxn modelId="{D4405AD8-682A-4875-9AF5-CDA8A626E81B}" srcId="{A0FA2975-FB92-4668-8B73-AC52FEA739D5}" destId="{F82A1C1F-E55C-447D-808E-63CAB98D414E}" srcOrd="1" destOrd="0" parTransId="{1137E414-BD2A-438B-A4DC-F00998EFD9D8}" sibTransId="{B1E6DC15-10AD-4317-A4EA-89BA6170CCDB}"/>
    <dgm:cxn modelId="{35789A7F-3D24-4C88-A7C4-7780AB992A4E}" type="presParOf" srcId="{5D4DC265-9842-4F49-B2E1-6C5B9768A592}" destId="{7A40B92E-86BB-496C-978B-892AE3D99208}" srcOrd="0" destOrd="0" presId="urn:microsoft.com/office/officeart/2018/2/layout/IconLabelList"/>
    <dgm:cxn modelId="{5B041475-27F8-4AD6-8057-4CE046247849}" type="presParOf" srcId="{7A40B92E-86BB-496C-978B-892AE3D99208}" destId="{6E0DAD4F-A4B5-4E9F-864F-CCD5B2B82081}" srcOrd="0" destOrd="0" presId="urn:microsoft.com/office/officeart/2018/2/layout/IconLabelList"/>
    <dgm:cxn modelId="{A4E35C99-F7B6-47FE-B577-46FB2D387EFC}" type="presParOf" srcId="{7A40B92E-86BB-496C-978B-892AE3D99208}" destId="{D3DC5EA8-4BFF-423F-865D-393B11C7312A}" srcOrd="1" destOrd="0" presId="urn:microsoft.com/office/officeart/2018/2/layout/IconLabelList"/>
    <dgm:cxn modelId="{E1C92A6B-413D-4DC4-B62B-EFA87AD6FACF}" type="presParOf" srcId="{7A40B92E-86BB-496C-978B-892AE3D99208}" destId="{BD245B9F-1D8A-4729-92FF-78F201EBA7EC}" srcOrd="2" destOrd="0" presId="urn:microsoft.com/office/officeart/2018/2/layout/IconLabelList"/>
    <dgm:cxn modelId="{B341DEF3-93F4-4455-A442-E8BD772FC4C9}" type="presParOf" srcId="{5D4DC265-9842-4F49-B2E1-6C5B9768A592}" destId="{6D0D0E8B-FF28-4F1F-BEDC-A1C0B6B8C97F}" srcOrd="1" destOrd="0" presId="urn:microsoft.com/office/officeart/2018/2/layout/IconLabelList"/>
    <dgm:cxn modelId="{D7B8CD24-031E-461D-8E61-19F11B47D930}" type="presParOf" srcId="{5D4DC265-9842-4F49-B2E1-6C5B9768A592}" destId="{AAF0A8C4-6C55-4152-8E2E-A64626D326F4}" srcOrd="2" destOrd="0" presId="urn:microsoft.com/office/officeart/2018/2/layout/IconLabelList"/>
    <dgm:cxn modelId="{068A8B2A-8024-4CD4-BBDE-162EF10F6C1D}" type="presParOf" srcId="{AAF0A8C4-6C55-4152-8E2E-A64626D326F4}" destId="{AACE19CE-FC98-41E7-B74F-AC4E1F2B121C}" srcOrd="0" destOrd="0" presId="urn:microsoft.com/office/officeart/2018/2/layout/IconLabelList"/>
    <dgm:cxn modelId="{F02A971F-9245-4C09-A6F9-C019DCFA319A}" type="presParOf" srcId="{AAF0A8C4-6C55-4152-8E2E-A64626D326F4}" destId="{8F19A199-9864-49DA-B163-2924355A7E63}" srcOrd="1" destOrd="0" presId="urn:microsoft.com/office/officeart/2018/2/layout/IconLabelList"/>
    <dgm:cxn modelId="{B5BB9E9F-FE08-437D-8A7B-AF50E793DFD0}" type="presParOf" srcId="{AAF0A8C4-6C55-4152-8E2E-A64626D326F4}" destId="{8902B998-0B12-4341-8BFB-D5FDE4EC6202}" srcOrd="2" destOrd="0" presId="urn:microsoft.com/office/officeart/2018/2/layout/IconLabelList"/>
    <dgm:cxn modelId="{79B7D04D-E7EF-4084-A1EF-A58A3E6186B8}" type="presParOf" srcId="{5D4DC265-9842-4F49-B2E1-6C5B9768A592}" destId="{127C41AC-D7BF-4E00-A278-D0072206FCD9}" srcOrd="3" destOrd="0" presId="urn:microsoft.com/office/officeart/2018/2/layout/IconLabelList"/>
    <dgm:cxn modelId="{A8F14748-3B18-4DEA-8F2C-B8D075D35866}" type="presParOf" srcId="{5D4DC265-9842-4F49-B2E1-6C5B9768A592}" destId="{9A753DD6-1A0D-476C-A714-4FD8E088D909}" srcOrd="4" destOrd="0" presId="urn:microsoft.com/office/officeart/2018/2/layout/IconLabelList"/>
    <dgm:cxn modelId="{83DFA176-A65F-4D7E-B62B-D9BB3D757B83}" type="presParOf" srcId="{9A753DD6-1A0D-476C-A714-4FD8E088D909}" destId="{59FC725E-8D81-44EF-A50D-F67B250812B5}" srcOrd="0" destOrd="0" presId="urn:microsoft.com/office/officeart/2018/2/layout/IconLabelList"/>
    <dgm:cxn modelId="{72D2C574-85D3-41BD-B157-97ABFEAABA21}" type="presParOf" srcId="{9A753DD6-1A0D-476C-A714-4FD8E088D909}" destId="{F810CD0B-4F45-4131-AB28-901426708F63}" srcOrd="1" destOrd="0" presId="urn:microsoft.com/office/officeart/2018/2/layout/IconLabelList"/>
    <dgm:cxn modelId="{BA8E104C-1676-4B59-8F9C-A3C141DD2E8A}" type="presParOf" srcId="{9A753DD6-1A0D-476C-A714-4FD8E088D909}" destId="{5A296992-5F05-46F9-8A35-2C7DB5181A1C}" srcOrd="2" destOrd="0" presId="urn:microsoft.com/office/officeart/2018/2/layout/IconLabelList"/>
    <dgm:cxn modelId="{A406D99E-F704-4F22-B48C-C0AF95170A02}" type="presParOf" srcId="{5D4DC265-9842-4F49-B2E1-6C5B9768A592}" destId="{B3B1D1F5-A9B2-4BDC-807E-894EC2F0CCE6}" srcOrd="5" destOrd="0" presId="urn:microsoft.com/office/officeart/2018/2/layout/IconLabelList"/>
    <dgm:cxn modelId="{D709D066-69C5-4F65-A2E6-7E37937A0966}" type="presParOf" srcId="{5D4DC265-9842-4F49-B2E1-6C5B9768A592}" destId="{0F3B655E-9A49-4DEC-AA1E-F35612FB1DFB}" srcOrd="6" destOrd="0" presId="urn:microsoft.com/office/officeart/2018/2/layout/IconLabelList"/>
    <dgm:cxn modelId="{BBDE3F7F-E5F0-40AC-A163-CE8EB24CA2ED}" type="presParOf" srcId="{0F3B655E-9A49-4DEC-AA1E-F35612FB1DFB}" destId="{DF2A9C8E-7D16-4B51-8B1E-847D1EC4BFB2}" srcOrd="0" destOrd="0" presId="urn:microsoft.com/office/officeart/2018/2/layout/IconLabelList"/>
    <dgm:cxn modelId="{90E6D53C-5DE5-4EB2-AF32-630376237946}" type="presParOf" srcId="{0F3B655E-9A49-4DEC-AA1E-F35612FB1DFB}" destId="{67703D87-A728-47E5-A119-CBA773CB4334}" srcOrd="1" destOrd="0" presId="urn:microsoft.com/office/officeart/2018/2/layout/IconLabelList"/>
    <dgm:cxn modelId="{67F9DB3A-435B-4714-816D-1AAB03B0CDA9}" type="presParOf" srcId="{0F3B655E-9A49-4DEC-AA1E-F35612FB1DFB}" destId="{1E25FC4A-CAB8-4D1E-B30F-E4EF1B57D1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197774-5BAC-4991-BCE3-C76875924B3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9220C7-1A94-4D98-843E-462EE37E82D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Angular CLI è lo strumento ufficiale per creare e gestire progetti Angular.</a:t>
          </a:r>
        </a:p>
      </dgm:t>
    </dgm:pt>
    <dgm:pt modelId="{70004CE1-CF72-4182-B114-BBCFD234572C}" type="parTrans" cxnId="{86269B3B-6405-4396-87C3-829795D80DCB}">
      <dgm:prSet/>
      <dgm:spPr/>
      <dgm:t>
        <a:bodyPr/>
        <a:lstStyle/>
        <a:p>
          <a:endParaRPr lang="en-US"/>
        </a:p>
      </dgm:t>
    </dgm:pt>
    <dgm:pt modelId="{022376AC-2C6D-49EC-B1BF-699E3762EB55}" type="sibTrans" cxnId="{86269B3B-6405-4396-87C3-829795D80DCB}">
      <dgm:prSet/>
      <dgm:spPr/>
      <dgm:t>
        <a:bodyPr/>
        <a:lstStyle/>
        <a:p>
          <a:endParaRPr lang="en-US"/>
        </a:p>
      </dgm:t>
    </dgm:pt>
    <dgm:pt modelId="{460179F5-2DDE-45B5-B6D8-DCB7F0AF5EE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Installa globalmente con:</a:t>
          </a:r>
          <a:r>
            <a:rPr lang="en-GB"/>
            <a:t> </a:t>
          </a:r>
          <a:r>
            <a:rPr lang="en-US"/>
            <a:t>`npm install -g @angular/cli`</a:t>
          </a:r>
        </a:p>
      </dgm:t>
    </dgm:pt>
    <dgm:pt modelId="{CDABFD6E-1165-45C7-98B5-FB24FC7B29B0}" type="parTrans" cxnId="{ADA5F006-3B1C-4DC5-80C1-E3353497EAEB}">
      <dgm:prSet/>
      <dgm:spPr/>
      <dgm:t>
        <a:bodyPr/>
        <a:lstStyle/>
        <a:p>
          <a:endParaRPr lang="en-US"/>
        </a:p>
      </dgm:t>
    </dgm:pt>
    <dgm:pt modelId="{81335378-EF33-47D9-BD14-8FCB1F9EF2FC}" type="sibTrans" cxnId="{ADA5F006-3B1C-4DC5-80C1-E3353497EAEB}">
      <dgm:prSet/>
      <dgm:spPr/>
      <dgm:t>
        <a:bodyPr/>
        <a:lstStyle/>
        <a:p>
          <a:endParaRPr lang="en-US"/>
        </a:p>
      </dgm:t>
    </dgm:pt>
    <dgm:pt modelId="{68C62972-713E-4BB5-BFEE-CCB35364725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Verifica: `ng version`</a:t>
          </a:r>
        </a:p>
      </dgm:t>
    </dgm:pt>
    <dgm:pt modelId="{067937BF-49E2-4F0B-ABA8-625172A668AA}" type="parTrans" cxnId="{8BC14651-E5BD-4147-B4C6-A7BACCC3C815}">
      <dgm:prSet/>
      <dgm:spPr/>
      <dgm:t>
        <a:bodyPr/>
        <a:lstStyle/>
        <a:p>
          <a:endParaRPr lang="en-US"/>
        </a:p>
      </dgm:t>
    </dgm:pt>
    <dgm:pt modelId="{368F4D53-B93B-4662-B2BB-601257442DD6}" type="sibTrans" cxnId="{8BC14651-E5BD-4147-B4C6-A7BACCC3C815}">
      <dgm:prSet/>
      <dgm:spPr/>
      <dgm:t>
        <a:bodyPr/>
        <a:lstStyle/>
        <a:p>
          <a:endParaRPr lang="en-US"/>
        </a:p>
      </dgm:t>
    </dgm:pt>
    <dgm:pt modelId="{2E1214F3-9F10-463D-86EC-A7F7151A8E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Documentazione CLI: https://angular.io/cli</a:t>
          </a:r>
        </a:p>
      </dgm:t>
    </dgm:pt>
    <dgm:pt modelId="{37636383-13CF-40DC-8A27-267F8AF6DBF3}" type="parTrans" cxnId="{219C6DF4-ADA4-48BE-8246-837F0526BC31}">
      <dgm:prSet/>
      <dgm:spPr/>
      <dgm:t>
        <a:bodyPr/>
        <a:lstStyle/>
        <a:p>
          <a:endParaRPr lang="en-US"/>
        </a:p>
      </dgm:t>
    </dgm:pt>
    <dgm:pt modelId="{415A5853-A375-4B94-A728-D3C76E6E4C92}" type="sibTrans" cxnId="{219C6DF4-ADA4-48BE-8246-837F0526BC31}">
      <dgm:prSet/>
      <dgm:spPr/>
      <dgm:t>
        <a:bodyPr/>
        <a:lstStyle/>
        <a:p>
          <a:endParaRPr lang="en-US"/>
        </a:p>
      </dgm:t>
    </dgm:pt>
    <dgm:pt modelId="{DC8C2292-43B9-4871-AFBF-F5278EA91F3B}" type="pres">
      <dgm:prSet presAssocID="{92197774-5BAC-4991-BCE3-C76875924B35}" presName="root" presStyleCnt="0">
        <dgm:presLayoutVars>
          <dgm:dir/>
          <dgm:resizeHandles val="exact"/>
        </dgm:presLayoutVars>
      </dgm:prSet>
      <dgm:spPr/>
    </dgm:pt>
    <dgm:pt modelId="{9E710938-554F-4740-812A-53DC3C4708D8}" type="pres">
      <dgm:prSet presAssocID="{9C9220C7-1A94-4D98-843E-462EE37E82D9}" presName="compNode" presStyleCnt="0"/>
      <dgm:spPr/>
    </dgm:pt>
    <dgm:pt modelId="{6E361FB6-D84D-47C6-A169-8CB1693908E3}" type="pres">
      <dgm:prSet presAssocID="{9C9220C7-1A94-4D98-843E-462EE37E82D9}" presName="iconBgRect" presStyleLbl="bgShp" presStyleIdx="0" presStyleCnt="4"/>
      <dgm:spPr/>
    </dgm:pt>
    <dgm:pt modelId="{AB047866-DFC2-4F22-A4CE-37780221E988}" type="pres">
      <dgm:prSet presAssocID="{9C9220C7-1A94-4D98-843E-462EE37E82D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D787ED94-1E5A-4BCE-AFE1-FF5EA24C3921}" type="pres">
      <dgm:prSet presAssocID="{9C9220C7-1A94-4D98-843E-462EE37E82D9}" presName="spaceRect" presStyleCnt="0"/>
      <dgm:spPr/>
    </dgm:pt>
    <dgm:pt modelId="{1BC3B2EA-13F5-4A36-BDDD-943F1E0B9F27}" type="pres">
      <dgm:prSet presAssocID="{9C9220C7-1A94-4D98-843E-462EE37E82D9}" presName="textRect" presStyleLbl="revTx" presStyleIdx="0" presStyleCnt="4">
        <dgm:presLayoutVars>
          <dgm:chMax val="1"/>
          <dgm:chPref val="1"/>
        </dgm:presLayoutVars>
      </dgm:prSet>
      <dgm:spPr/>
    </dgm:pt>
    <dgm:pt modelId="{FBD5DDD3-A25B-4A63-B2ED-397CFB877A91}" type="pres">
      <dgm:prSet presAssocID="{022376AC-2C6D-49EC-B1BF-699E3762EB55}" presName="sibTrans" presStyleCnt="0"/>
      <dgm:spPr/>
    </dgm:pt>
    <dgm:pt modelId="{64104CE8-10E4-456A-902F-EC46E4667949}" type="pres">
      <dgm:prSet presAssocID="{460179F5-2DDE-45B5-B6D8-DCB7F0AF5EE3}" presName="compNode" presStyleCnt="0"/>
      <dgm:spPr/>
    </dgm:pt>
    <dgm:pt modelId="{EB3D522F-6760-4397-976E-E819BF6FD1EA}" type="pres">
      <dgm:prSet presAssocID="{460179F5-2DDE-45B5-B6D8-DCB7F0AF5EE3}" presName="iconBgRect" presStyleLbl="bgShp" presStyleIdx="1" presStyleCnt="4"/>
      <dgm:spPr/>
    </dgm:pt>
    <dgm:pt modelId="{6DFCC677-BCEE-4A12-8CE3-4D8E60F2AC94}" type="pres">
      <dgm:prSet presAssocID="{460179F5-2DDE-45B5-B6D8-DCB7F0AF5EE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5BE61864-206A-4DB0-B13E-8F699451D6AE}" type="pres">
      <dgm:prSet presAssocID="{460179F5-2DDE-45B5-B6D8-DCB7F0AF5EE3}" presName="spaceRect" presStyleCnt="0"/>
      <dgm:spPr/>
    </dgm:pt>
    <dgm:pt modelId="{1158F334-5671-4F87-AE8C-6370945D3E98}" type="pres">
      <dgm:prSet presAssocID="{460179F5-2DDE-45B5-B6D8-DCB7F0AF5EE3}" presName="textRect" presStyleLbl="revTx" presStyleIdx="1" presStyleCnt="4">
        <dgm:presLayoutVars>
          <dgm:chMax val="1"/>
          <dgm:chPref val="1"/>
        </dgm:presLayoutVars>
      </dgm:prSet>
      <dgm:spPr/>
    </dgm:pt>
    <dgm:pt modelId="{13D3F41E-6386-4323-B829-594AA0DB78BB}" type="pres">
      <dgm:prSet presAssocID="{81335378-EF33-47D9-BD14-8FCB1F9EF2FC}" presName="sibTrans" presStyleCnt="0"/>
      <dgm:spPr/>
    </dgm:pt>
    <dgm:pt modelId="{5FD6A248-BBB0-416B-91A6-B34915D1C82F}" type="pres">
      <dgm:prSet presAssocID="{68C62972-713E-4BB5-BFEE-CCB353647252}" presName="compNode" presStyleCnt="0"/>
      <dgm:spPr/>
    </dgm:pt>
    <dgm:pt modelId="{BECA4D00-BB72-446F-BD73-1A76765158D4}" type="pres">
      <dgm:prSet presAssocID="{68C62972-713E-4BB5-BFEE-CCB353647252}" presName="iconBgRect" presStyleLbl="bgShp" presStyleIdx="2" presStyleCnt="4"/>
      <dgm:spPr/>
    </dgm:pt>
    <dgm:pt modelId="{BB011AFF-9EBC-4EF2-8477-4E979293CEC3}" type="pres">
      <dgm:prSet presAssocID="{68C62972-713E-4BB5-BFEE-CCB35364725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BFEBC7CF-B458-4669-919F-F04DFCDAF555}" type="pres">
      <dgm:prSet presAssocID="{68C62972-713E-4BB5-BFEE-CCB353647252}" presName="spaceRect" presStyleCnt="0"/>
      <dgm:spPr/>
    </dgm:pt>
    <dgm:pt modelId="{F600C3D0-A8FB-4091-AED8-1B42A4F950F0}" type="pres">
      <dgm:prSet presAssocID="{68C62972-713E-4BB5-BFEE-CCB353647252}" presName="textRect" presStyleLbl="revTx" presStyleIdx="2" presStyleCnt="4">
        <dgm:presLayoutVars>
          <dgm:chMax val="1"/>
          <dgm:chPref val="1"/>
        </dgm:presLayoutVars>
      </dgm:prSet>
      <dgm:spPr/>
    </dgm:pt>
    <dgm:pt modelId="{2F849FF0-8CD4-4285-A1EF-3E4BFF703D1F}" type="pres">
      <dgm:prSet presAssocID="{368F4D53-B93B-4662-B2BB-601257442DD6}" presName="sibTrans" presStyleCnt="0"/>
      <dgm:spPr/>
    </dgm:pt>
    <dgm:pt modelId="{401C0FEE-EB74-4776-90E2-0EBE396808F1}" type="pres">
      <dgm:prSet presAssocID="{2E1214F3-9F10-463D-86EC-A7F7151A8EB3}" presName="compNode" presStyleCnt="0"/>
      <dgm:spPr/>
    </dgm:pt>
    <dgm:pt modelId="{1EB6E11A-EF11-442E-8EE0-C13CB143D3A4}" type="pres">
      <dgm:prSet presAssocID="{2E1214F3-9F10-463D-86EC-A7F7151A8EB3}" presName="iconBgRect" presStyleLbl="bgShp" presStyleIdx="3" presStyleCnt="4"/>
      <dgm:spPr/>
    </dgm:pt>
    <dgm:pt modelId="{B4E0C520-9102-4327-B308-380B2864C1D1}" type="pres">
      <dgm:prSet presAssocID="{2E1214F3-9F10-463D-86EC-A7F7151A8EB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spedale"/>
        </a:ext>
      </dgm:extLst>
    </dgm:pt>
    <dgm:pt modelId="{A321ECFF-2F7D-4BAF-AE00-E9588D50AFA0}" type="pres">
      <dgm:prSet presAssocID="{2E1214F3-9F10-463D-86EC-A7F7151A8EB3}" presName="spaceRect" presStyleCnt="0"/>
      <dgm:spPr/>
    </dgm:pt>
    <dgm:pt modelId="{027CA212-E659-4D99-901F-19CD98AC564E}" type="pres">
      <dgm:prSet presAssocID="{2E1214F3-9F10-463D-86EC-A7F7151A8EB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DA5F006-3B1C-4DC5-80C1-E3353497EAEB}" srcId="{92197774-5BAC-4991-BCE3-C76875924B35}" destId="{460179F5-2DDE-45B5-B6D8-DCB7F0AF5EE3}" srcOrd="1" destOrd="0" parTransId="{CDABFD6E-1165-45C7-98B5-FB24FC7B29B0}" sibTransId="{81335378-EF33-47D9-BD14-8FCB1F9EF2FC}"/>
    <dgm:cxn modelId="{86269B3B-6405-4396-87C3-829795D80DCB}" srcId="{92197774-5BAC-4991-BCE3-C76875924B35}" destId="{9C9220C7-1A94-4D98-843E-462EE37E82D9}" srcOrd="0" destOrd="0" parTransId="{70004CE1-CF72-4182-B114-BBCFD234572C}" sibTransId="{022376AC-2C6D-49EC-B1BF-699E3762EB55}"/>
    <dgm:cxn modelId="{73AFFA68-DC6B-4E2C-A12B-0B8DC605D3FC}" type="presOf" srcId="{68C62972-713E-4BB5-BFEE-CCB353647252}" destId="{F600C3D0-A8FB-4091-AED8-1B42A4F950F0}" srcOrd="0" destOrd="0" presId="urn:microsoft.com/office/officeart/2018/5/layout/IconCircleLabelList"/>
    <dgm:cxn modelId="{8BC14651-E5BD-4147-B4C6-A7BACCC3C815}" srcId="{92197774-5BAC-4991-BCE3-C76875924B35}" destId="{68C62972-713E-4BB5-BFEE-CCB353647252}" srcOrd="2" destOrd="0" parTransId="{067937BF-49E2-4F0B-ABA8-625172A668AA}" sibTransId="{368F4D53-B93B-4662-B2BB-601257442DD6}"/>
    <dgm:cxn modelId="{B14BB980-CABD-4E5A-95F7-862EABBAA6CE}" type="presOf" srcId="{460179F5-2DDE-45B5-B6D8-DCB7F0AF5EE3}" destId="{1158F334-5671-4F87-AE8C-6370945D3E98}" srcOrd="0" destOrd="0" presId="urn:microsoft.com/office/officeart/2018/5/layout/IconCircleLabelList"/>
    <dgm:cxn modelId="{DD55CFA8-FD2A-4BD4-A666-9E1C9D8BCA51}" type="presOf" srcId="{2E1214F3-9F10-463D-86EC-A7F7151A8EB3}" destId="{027CA212-E659-4D99-901F-19CD98AC564E}" srcOrd="0" destOrd="0" presId="urn:microsoft.com/office/officeart/2018/5/layout/IconCircleLabelList"/>
    <dgm:cxn modelId="{22FD44D2-1D5D-4E14-A56E-64AF6DE0ED14}" type="presOf" srcId="{92197774-5BAC-4991-BCE3-C76875924B35}" destId="{DC8C2292-43B9-4871-AFBF-F5278EA91F3B}" srcOrd="0" destOrd="0" presId="urn:microsoft.com/office/officeart/2018/5/layout/IconCircleLabelList"/>
    <dgm:cxn modelId="{219C6DF4-ADA4-48BE-8246-837F0526BC31}" srcId="{92197774-5BAC-4991-BCE3-C76875924B35}" destId="{2E1214F3-9F10-463D-86EC-A7F7151A8EB3}" srcOrd="3" destOrd="0" parTransId="{37636383-13CF-40DC-8A27-267F8AF6DBF3}" sibTransId="{415A5853-A375-4B94-A728-D3C76E6E4C92}"/>
    <dgm:cxn modelId="{28E7B9FA-91C8-4631-987A-3559D050AEDA}" type="presOf" srcId="{9C9220C7-1A94-4D98-843E-462EE37E82D9}" destId="{1BC3B2EA-13F5-4A36-BDDD-943F1E0B9F27}" srcOrd="0" destOrd="0" presId="urn:microsoft.com/office/officeart/2018/5/layout/IconCircleLabelList"/>
    <dgm:cxn modelId="{59F669A5-9DAD-477B-826E-0BA0F712B1CA}" type="presParOf" srcId="{DC8C2292-43B9-4871-AFBF-F5278EA91F3B}" destId="{9E710938-554F-4740-812A-53DC3C4708D8}" srcOrd="0" destOrd="0" presId="urn:microsoft.com/office/officeart/2018/5/layout/IconCircleLabelList"/>
    <dgm:cxn modelId="{6EDD3811-D2D6-4377-ADBD-4550C2807A64}" type="presParOf" srcId="{9E710938-554F-4740-812A-53DC3C4708D8}" destId="{6E361FB6-D84D-47C6-A169-8CB1693908E3}" srcOrd="0" destOrd="0" presId="urn:microsoft.com/office/officeart/2018/5/layout/IconCircleLabelList"/>
    <dgm:cxn modelId="{8CF72C74-F94C-42F6-A66E-0215072B4879}" type="presParOf" srcId="{9E710938-554F-4740-812A-53DC3C4708D8}" destId="{AB047866-DFC2-4F22-A4CE-37780221E988}" srcOrd="1" destOrd="0" presId="urn:microsoft.com/office/officeart/2018/5/layout/IconCircleLabelList"/>
    <dgm:cxn modelId="{07BFB5DF-57B2-4913-94CD-5C4203C984FD}" type="presParOf" srcId="{9E710938-554F-4740-812A-53DC3C4708D8}" destId="{D787ED94-1E5A-4BCE-AFE1-FF5EA24C3921}" srcOrd="2" destOrd="0" presId="urn:microsoft.com/office/officeart/2018/5/layout/IconCircleLabelList"/>
    <dgm:cxn modelId="{E951C7D2-D92E-4367-BADE-E3FE0C351832}" type="presParOf" srcId="{9E710938-554F-4740-812A-53DC3C4708D8}" destId="{1BC3B2EA-13F5-4A36-BDDD-943F1E0B9F27}" srcOrd="3" destOrd="0" presId="urn:microsoft.com/office/officeart/2018/5/layout/IconCircleLabelList"/>
    <dgm:cxn modelId="{D658D4A3-5EF9-442E-89F8-A45D86D0B85C}" type="presParOf" srcId="{DC8C2292-43B9-4871-AFBF-F5278EA91F3B}" destId="{FBD5DDD3-A25B-4A63-B2ED-397CFB877A91}" srcOrd="1" destOrd="0" presId="urn:microsoft.com/office/officeart/2018/5/layout/IconCircleLabelList"/>
    <dgm:cxn modelId="{A431BBFB-8C92-43B4-A18F-FCE7D6E5EB70}" type="presParOf" srcId="{DC8C2292-43B9-4871-AFBF-F5278EA91F3B}" destId="{64104CE8-10E4-456A-902F-EC46E4667949}" srcOrd="2" destOrd="0" presId="urn:microsoft.com/office/officeart/2018/5/layout/IconCircleLabelList"/>
    <dgm:cxn modelId="{079B10E5-50A2-42C1-B5E1-25D5FF6DFF8A}" type="presParOf" srcId="{64104CE8-10E4-456A-902F-EC46E4667949}" destId="{EB3D522F-6760-4397-976E-E819BF6FD1EA}" srcOrd="0" destOrd="0" presId="urn:microsoft.com/office/officeart/2018/5/layout/IconCircleLabelList"/>
    <dgm:cxn modelId="{86F49059-4A9B-49FD-B15F-7F54D447BD4F}" type="presParOf" srcId="{64104CE8-10E4-456A-902F-EC46E4667949}" destId="{6DFCC677-BCEE-4A12-8CE3-4D8E60F2AC94}" srcOrd="1" destOrd="0" presId="urn:microsoft.com/office/officeart/2018/5/layout/IconCircleLabelList"/>
    <dgm:cxn modelId="{AE73BD8B-1F24-4F1F-86B1-D2204661F359}" type="presParOf" srcId="{64104CE8-10E4-456A-902F-EC46E4667949}" destId="{5BE61864-206A-4DB0-B13E-8F699451D6AE}" srcOrd="2" destOrd="0" presId="urn:microsoft.com/office/officeart/2018/5/layout/IconCircleLabelList"/>
    <dgm:cxn modelId="{9C44FCF4-0527-47DC-86C8-56FDB0D406D4}" type="presParOf" srcId="{64104CE8-10E4-456A-902F-EC46E4667949}" destId="{1158F334-5671-4F87-AE8C-6370945D3E98}" srcOrd="3" destOrd="0" presId="urn:microsoft.com/office/officeart/2018/5/layout/IconCircleLabelList"/>
    <dgm:cxn modelId="{6F0D3269-2D66-45DE-A7C5-37BA8655CBB1}" type="presParOf" srcId="{DC8C2292-43B9-4871-AFBF-F5278EA91F3B}" destId="{13D3F41E-6386-4323-B829-594AA0DB78BB}" srcOrd="3" destOrd="0" presId="urn:microsoft.com/office/officeart/2018/5/layout/IconCircleLabelList"/>
    <dgm:cxn modelId="{0DC0FE78-FB12-478D-9069-4D21D672AD9D}" type="presParOf" srcId="{DC8C2292-43B9-4871-AFBF-F5278EA91F3B}" destId="{5FD6A248-BBB0-416B-91A6-B34915D1C82F}" srcOrd="4" destOrd="0" presId="urn:microsoft.com/office/officeart/2018/5/layout/IconCircleLabelList"/>
    <dgm:cxn modelId="{2D92C460-3ED4-4039-ADB6-D86B07F9E2DB}" type="presParOf" srcId="{5FD6A248-BBB0-416B-91A6-B34915D1C82F}" destId="{BECA4D00-BB72-446F-BD73-1A76765158D4}" srcOrd="0" destOrd="0" presId="urn:microsoft.com/office/officeart/2018/5/layout/IconCircleLabelList"/>
    <dgm:cxn modelId="{9212CAF2-B563-47D6-9B3B-FF9EEBE3C8A1}" type="presParOf" srcId="{5FD6A248-BBB0-416B-91A6-B34915D1C82F}" destId="{BB011AFF-9EBC-4EF2-8477-4E979293CEC3}" srcOrd="1" destOrd="0" presId="urn:microsoft.com/office/officeart/2018/5/layout/IconCircleLabelList"/>
    <dgm:cxn modelId="{D5566A68-9AFE-4328-BC3C-9AF02C3C8F28}" type="presParOf" srcId="{5FD6A248-BBB0-416B-91A6-B34915D1C82F}" destId="{BFEBC7CF-B458-4669-919F-F04DFCDAF555}" srcOrd="2" destOrd="0" presId="urn:microsoft.com/office/officeart/2018/5/layout/IconCircleLabelList"/>
    <dgm:cxn modelId="{FB0D0BF9-DB58-4895-88B2-44EAF83B4A23}" type="presParOf" srcId="{5FD6A248-BBB0-416B-91A6-B34915D1C82F}" destId="{F600C3D0-A8FB-4091-AED8-1B42A4F950F0}" srcOrd="3" destOrd="0" presId="urn:microsoft.com/office/officeart/2018/5/layout/IconCircleLabelList"/>
    <dgm:cxn modelId="{A73F5414-7658-45E7-B9CA-350CA8B53455}" type="presParOf" srcId="{DC8C2292-43B9-4871-AFBF-F5278EA91F3B}" destId="{2F849FF0-8CD4-4285-A1EF-3E4BFF703D1F}" srcOrd="5" destOrd="0" presId="urn:microsoft.com/office/officeart/2018/5/layout/IconCircleLabelList"/>
    <dgm:cxn modelId="{9D9C5D17-F4CB-4D03-8789-56F5874B0500}" type="presParOf" srcId="{DC8C2292-43B9-4871-AFBF-F5278EA91F3B}" destId="{401C0FEE-EB74-4776-90E2-0EBE396808F1}" srcOrd="6" destOrd="0" presId="urn:microsoft.com/office/officeart/2018/5/layout/IconCircleLabelList"/>
    <dgm:cxn modelId="{7B733494-2E4E-4802-A86F-0CD5FFB70A16}" type="presParOf" srcId="{401C0FEE-EB74-4776-90E2-0EBE396808F1}" destId="{1EB6E11A-EF11-442E-8EE0-C13CB143D3A4}" srcOrd="0" destOrd="0" presId="urn:microsoft.com/office/officeart/2018/5/layout/IconCircleLabelList"/>
    <dgm:cxn modelId="{5863542C-0C2B-44D6-9A70-D6BD61AB5B10}" type="presParOf" srcId="{401C0FEE-EB74-4776-90E2-0EBE396808F1}" destId="{B4E0C520-9102-4327-B308-380B2864C1D1}" srcOrd="1" destOrd="0" presId="urn:microsoft.com/office/officeart/2018/5/layout/IconCircleLabelList"/>
    <dgm:cxn modelId="{C9D9E65C-73D3-4321-A6C1-9F7A749B5912}" type="presParOf" srcId="{401C0FEE-EB74-4776-90E2-0EBE396808F1}" destId="{A321ECFF-2F7D-4BAF-AE00-E9588D50AFA0}" srcOrd="2" destOrd="0" presId="urn:microsoft.com/office/officeart/2018/5/layout/IconCircleLabelList"/>
    <dgm:cxn modelId="{D2AA34F4-5B5D-4B4E-A2FC-26004C7A5881}" type="presParOf" srcId="{401C0FEE-EB74-4776-90E2-0EBE396808F1}" destId="{027CA212-E659-4D99-901F-19CD98AC564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9DB943-2346-4595-A2E3-53E1921374B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6CB6E5-C6D3-4528-B8F4-E7F03A5C4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Node.js ha due </a:t>
          </a:r>
          <a:r>
            <a:rPr lang="en-US" dirty="0" err="1"/>
            <a:t>canali</a:t>
          </a:r>
          <a:r>
            <a:rPr lang="en-US" dirty="0"/>
            <a:t>: Current e LTS (Long Term Support)</a:t>
          </a:r>
        </a:p>
      </dgm:t>
    </dgm:pt>
    <dgm:pt modelId="{94BC988D-08DD-49C4-A508-6D3FC17319F5}" type="parTrans" cxnId="{8294C448-3BAB-4746-BD3D-B6842CA6944A}">
      <dgm:prSet/>
      <dgm:spPr/>
      <dgm:t>
        <a:bodyPr/>
        <a:lstStyle/>
        <a:p>
          <a:endParaRPr lang="en-US"/>
        </a:p>
      </dgm:t>
    </dgm:pt>
    <dgm:pt modelId="{8634B586-952D-4B9F-800B-44FF44D2C353}" type="sibTrans" cxnId="{8294C448-3BAB-4746-BD3D-B6842CA6944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019138D-C620-4809-BF8A-5B03A42B25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Angular segue un ciclo semestrale (major release ogni 6 mesi)</a:t>
          </a:r>
        </a:p>
      </dgm:t>
    </dgm:pt>
    <dgm:pt modelId="{F796DC17-D179-4D2A-ABE6-1A5BE969301E}" type="parTrans" cxnId="{E664EA5A-2CC6-45CA-8E0E-4B0A6D9B7E16}">
      <dgm:prSet/>
      <dgm:spPr/>
      <dgm:t>
        <a:bodyPr/>
        <a:lstStyle/>
        <a:p>
          <a:endParaRPr lang="en-US"/>
        </a:p>
      </dgm:t>
    </dgm:pt>
    <dgm:pt modelId="{99E3F9FC-9936-497C-BE78-A6E98C6898C4}" type="sibTrans" cxnId="{E664EA5A-2CC6-45CA-8E0E-4B0A6D9B7E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2D14D7-FDDD-421E-90E2-13C46D117D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Usa sempre Node LTS + Angular stabile</a:t>
          </a:r>
        </a:p>
      </dgm:t>
    </dgm:pt>
    <dgm:pt modelId="{E76652D2-2455-401E-BFB3-70DF431DCA56}" type="parTrans" cxnId="{B900612C-C52A-4898-8CEB-A6E9A0091AEA}">
      <dgm:prSet/>
      <dgm:spPr/>
      <dgm:t>
        <a:bodyPr/>
        <a:lstStyle/>
        <a:p>
          <a:endParaRPr lang="en-US"/>
        </a:p>
      </dgm:t>
    </dgm:pt>
    <dgm:pt modelId="{7492DCB0-8F78-469A-B2E5-11E0EC4EA416}" type="sibTrans" cxnId="{B900612C-C52A-4898-8CEB-A6E9A0091A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8646834-30B6-4731-8969-092D43CF3A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Verifica compatibilità: https://angular.io/guide/versions</a:t>
          </a:r>
        </a:p>
      </dgm:t>
    </dgm:pt>
    <dgm:pt modelId="{AA0784A0-F0CC-4112-B731-CE5288EE782A}" type="parTrans" cxnId="{816C8AF5-4EA8-4535-BA08-4CCD0E5D5938}">
      <dgm:prSet/>
      <dgm:spPr/>
      <dgm:t>
        <a:bodyPr/>
        <a:lstStyle/>
        <a:p>
          <a:endParaRPr lang="en-US"/>
        </a:p>
      </dgm:t>
    </dgm:pt>
    <dgm:pt modelId="{51E3AF8B-7997-457D-B426-7B9476BE70CA}" type="sibTrans" cxnId="{816C8AF5-4EA8-4535-BA08-4CCD0E5D5938}">
      <dgm:prSet/>
      <dgm:spPr/>
      <dgm:t>
        <a:bodyPr/>
        <a:lstStyle/>
        <a:p>
          <a:endParaRPr lang="en-US"/>
        </a:p>
      </dgm:t>
    </dgm:pt>
    <dgm:pt modelId="{BB5BA1CC-D260-4BFE-8597-111CF5239AEF}" type="pres">
      <dgm:prSet presAssocID="{BF9DB943-2346-4595-A2E3-53E1921374BD}" presName="root" presStyleCnt="0">
        <dgm:presLayoutVars>
          <dgm:dir/>
          <dgm:resizeHandles val="exact"/>
        </dgm:presLayoutVars>
      </dgm:prSet>
      <dgm:spPr/>
    </dgm:pt>
    <dgm:pt modelId="{3071CCCC-0AF1-4017-81DB-FFC8D2A65547}" type="pres">
      <dgm:prSet presAssocID="{BF9DB943-2346-4595-A2E3-53E1921374BD}" presName="container" presStyleCnt="0">
        <dgm:presLayoutVars>
          <dgm:dir/>
          <dgm:resizeHandles val="exact"/>
        </dgm:presLayoutVars>
      </dgm:prSet>
      <dgm:spPr/>
    </dgm:pt>
    <dgm:pt modelId="{723D27A7-E1B5-4A64-9AB1-62B952705C5F}" type="pres">
      <dgm:prSet presAssocID="{D96CB6E5-C6D3-4528-B8F4-E7F03A5C4A79}" presName="compNode" presStyleCnt="0"/>
      <dgm:spPr/>
    </dgm:pt>
    <dgm:pt modelId="{93AB175C-731C-4C93-8719-EECC8660107E}" type="pres">
      <dgm:prSet presAssocID="{D96CB6E5-C6D3-4528-B8F4-E7F03A5C4A79}" presName="iconBgRect" presStyleLbl="bgShp" presStyleIdx="0" presStyleCnt="4"/>
      <dgm:spPr/>
    </dgm:pt>
    <dgm:pt modelId="{E765FD67-3E3A-4FD8-9F31-8A1B6F03C35F}" type="pres">
      <dgm:prSet presAssocID="{D96CB6E5-C6D3-4528-B8F4-E7F03A5C4A7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C1220548-6BC9-44EB-985D-7712006C5D79}" type="pres">
      <dgm:prSet presAssocID="{D96CB6E5-C6D3-4528-B8F4-E7F03A5C4A79}" presName="spaceRect" presStyleCnt="0"/>
      <dgm:spPr/>
    </dgm:pt>
    <dgm:pt modelId="{B7D407E8-BCAE-4E74-80B3-54326281306F}" type="pres">
      <dgm:prSet presAssocID="{D96CB6E5-C6D3-4528-B8F4-E7F03A5C4A79}" presName="textRect" presStyleLbl="revTx" presStyleIdx="0" presStyleCnt="4">
        <dgm:presLayoutVars>
          <dgm:chMax val="1"/>
          <dgm:chPref val="1"/>
        </dgm:presLayoutVars>
      </dgm:prSet>
      <dgm:spPr/>
    </dgm:pt>
    <dgm:pt modelId="{198938DB-71E5-4C48-B7AD-D6AF682C86C6}" type="pres">
      <dgm:prSet presAssocID="{8634B586-952D-4B9F-800B-44FF44D2C353}" presName="sibTrans" presStyleLbl="sibTrans2D1" presStyleIdx="0" presStyleCnt="0"/>
      <dgm:spPr/>
    </dgm:pt>
    <dgm:pt modelId="{0AD33EFB-1B53-4164-8175-E416278AD0C2}" type="pres">
      <dgm:prSet presAssocID="{D019138D-C620-4809-BF8A-5B03A42B2501}" presName="compNode" presStyleCnt="0"/>
      <dgm:spPr/>
    </dgm:pt>
    <dgm:pt modelId="{B08B3A13-3944-4747-ABC1-66FE3637D1FC}" type="pres">
      <dgm:prSet presAssocID="{D019138D-C620-4809-BF8A-5B03A42B2501}" presName="iconBgRect" presStyleLbl="bgShp" presStyleIdx="1" presStyleCnt="4"/>
      <dgm:spPr/>
    </dgm:pt>
    <dgm:pt modelId="{A1538B54-E6F2-4C94-B142-EF26234C15B3}" type="pres">
      <dgm:prSet presAssocID="{D019138D-C620-4809-BF8A-5B03A42B25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cobaleno"/>
        </a:ext>
      </dgm:extLst>
    </dgm:pt>
    <dgm:pt modelId="{CF78AB7D-8EA3-4A21-A1F5-C3D52B18D968}" type="pres">
      <dgm:prSet presAssocID="{D019138D-C620-4809-BF8A-5B03A42B2501}" presName="spaceRect" presStyleCnt="0"/>
      <dgm:spPr/>
    </dgm:pt>
    <dgm:pt modelId="{14AD63BE-4F19-4691-926E-B621E8653C96}" type="pres">
      <dgm:prSet presAssocID="{D019138D-C620-4809-BF8A-5B03A42B2501}" presName="textRect" presStyleLbl="revTx" presStyleIdx="1" presStyleCnt="4">
        <dgm:presLayoutVars>
          <dgm:chMax val="1"/>
          <dgm:chPref val="1"/>
        </dgm:presLayoutVars>
      </dgm:prSet>
      <dgm:spPr/>
    </dgm:pt>
    <dgm:pt modelId="{AC477966-EAE3-4171-8EB5-AA7DD5581998}" type="pres">
      <dgm:prSet presAssocID="{99E3F9FC-9936-497C-BE78-A6E98C6898C4}" presName="sibTrans" presStyleLbl="sibTrans2D1" presStyleIdx="0" presStyleCnt="0"/>
      <dgm:spPr/>
    </dgm:pt>
    <dgm:pt modelId="{203A1CFD-9824-4E0A-B66B-6401EBE9A832}" type="pres">
      <dgm:prSet presAssocID="{072D14D7-FDDD-421E-90E2-13C46D117D5C}" presName="compNode" presStyleCnt="0"/>
      <dgm:spPr/>
    </dgm:pt>
    <dgm:pt modelId="{02FB1377-74D0-4A95-AAC5-5F0149A632ED}" type="pres">
      <dgm:prSet presAssocID="{072D14D7-FDDD-421E-90E2-13C46D117D5C}" presName="iconBgRect" presStyleLbl="bgShp" presStyleIdx="2" presStyleCnt="4"/>
      <dgm:spPr/>
    </dgm:pt>
    <dgm:pt modelId="{0CB3F92E-EF3E-430D-BC7C-E1F72AD11AFD}" type="pres">
      <dgm:prSet presAssocID="{072D14D7-FDDD-421E-90E2-13C46D117D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te"/>
        </a:ext>
      </dgm:extLst>
    </dgm:pt>
    <dgm:pt modelId="{DCACF3E6-E369-42EE-8B5E-F748574828DA}" type="pres">
      <dgm:prSet presAssocID="{072D14D7-FDDD-421E-90E2-13C46D117D5C}" presName="spaceRect" presStyleCnt="0"/>
      <dgm:spPr/>
    </dgm:pt>
    <dgm:pt modelId="{2965B083-9FD9-4F5F-9E3F-26F66CB62287}" type="pres">
      <dgm:prSet presAssocID="{072D14D7-FDDD-421E-90E2-13C46D117D5C}" presName="textRect" presStyleLbl="revTx" presStyleIdx="2" presStyleCnt="4">
        <dgm:presLayoutVars>
          <dgm:chMax val="1"/>
          <dgm:chPref val="1"/>
        </dgm:presLayoutVars>
      </dgm:prSet>
      <dgm:spPr/>
    </dgm:pt>
    <dgm:pt modelId="{3D39B21A-CE6E-4DCE-AFB9-C3E474874D3E}" type="pres">
      <dgm:prSet presAssocID="{7492DCB0-8F78-469A-B2E5-11E0EC4EA416}" presName="sibTrans" presStyleLbl="sibTrans2D1" presStyleIdx="0" presStyleCnt="0"/>
      <dgm:spPr/>
    </dgm:pt>
    <dgm:pt modelId="{53647A01-B65A-4FE1-8661-3CD141131B5D}" type="pres">
      <dgm:prSet presAssocID="{B8646834-30B6-4731-8969-092D43CF3A91}" presName="compNode" presStyleCnt="0"/>
      <dgm:spPr/>
    </dgm:pt>
    <dgm:pt modelId="{E53DE304-9EAA-4506-AD94-B92DEDA534C8}" type="pres">
      <dgm:prSet presAssocID="{B8646834-30B6-4731-8969-092D43CF3A91}" presName="iconBgRect" presStyleLbl="bgShp" presStyleIdx="3" presStyleCnt="4"/>
      <dgm:spPr/>
    </dgm:pt>
    <dgm:pt modelId="{E070CBEB-172D-4937-8216-20CAE890C539}" type="pres">
      <dgm:prSet presAssocID="{B8646834-30B6-4731-8969-092D43CF3A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C4346492-0CAC-4ABD-B3D1-12D0526D6842}" type="pres">
      <dgm:prSet presAssocID="{B8646834-30B6-4731-8969-092D43CF3A91}" presName="spaceRect" presStyleCnt="0"/>
      <dgm:spPr/>
    </dgm:pt>
    <dgm:pt modelId="{D31B756E-88BE-4457-9010-274003A0B809}" type="pres">
      <dgm:prSet presAssocID="{B8646834-30B6-4731-8969-092D43CF3A9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449EB23-81E9-47B9-81D7-4F6907386817}" type="presOf" srcId="{BF9DB943-2346-4595-A2E3-53E1921374BD}" destId="{BB5BA1CC-D260-4BFE-8597-111CF5239AEF}" srcOrd="0" destOrd="0" presId="urn:microsoft.com/office/officeart/2018/2/layout/IconCircleList"/>
    <dgm:cxn modelId="{B900612C-C52A-4898-8CEB-A6E9A0091AEA}" srcId="{BF9DB943-2346-4595-A2E3-53E1921374BD}" destId="{072D14D7-FDDD-421E-90E2-13C46D117D5C}" srcOrd="2" destOrd="0" parTransId="{E76652D2-2455-401E-BFB3-70DF431DCA56}" sibTransId="{7492DCB0-8F78-469A-B2E5-11E0EC4EA416}"/>
    <dgm:cxn modelId="{06E9D92C-F765-4527-B82A-4B35CB85CE4F}" type="presOf" srcId="{072D14D7-FDDD-421E-90E2-13C46D117D5C}" destId="{2965B083-9FD9-4F5F-9E3F-26F66CB62287}" srcOrd="0" destOrd="0" presId="urn:microsoft.com/office/officeart/2018/2/layout/IconCircleList"/>
    <dgm:cxn modelId="{22A7B15B-A84A-4A72-B627-7781CDED3511}" type="presOf" srcId="{B8646834-30B6-4731-8969-092D43CF3A91}" destId="{D31B756E-88BE-4457-9010-274003A0B809}" srcOrd="0" destOrd="0" presId="urn:microsoft.com/office/officeart/2018/2/layout/IconCircleList"/>
    <dgm:cxn modelId="{1DE19867-3674-430B-8280-72BE05A3605B}" type="presOf" srcId="{D96CB6E5-C6D3-4528-B8F4-E7F03A5C4A79}" destId="{B7D407E8-BCAE-4E74-80B3-54326281306F}" srcOrd="0" destOrd="0" presId="urn:microsoft.com/office/officeart/2018/2/layout/IconCircleList"/>
    <dgm:cxn modelId="{8294C448-3BAB-4746-BD3D-B6842CA6944A}" srcId="{BF9DB943-2346-4595-A2E3-53E1921374BD}" destId="{D96CB6E5-C6D3-4528-B8F4-E7F03A5C4A79}" srcOrd="0" destOrd="0" parTransId="{94BC988D-08DD-49C4-A508-6D3FC17319F5}" sibTransId="{8634B586-952D-4B9F-800B-44FF44D2C353}"/>
    <dgm:cxn modelId="{F473F04F-695A-4EFC-B353-9DECC070ABA7}" type="presOf" srcId="{D019138D-C620-4809-BF8A-5B03A42B2501}" destId="{14AD63BE-4F19-4691-926E-B621E8653C96}" srcOrd="0" destOrd="0" presId="urn:microsoft.com/office/officeart/2018/2/layout/IconCircleList"/>
    <dgm:cxn modelId="{65613E78-1FA3-4FFC-8DE6-C0089A1354DC}" type="presOf" srcId="{99E3F9FC-9936-497C-BE78-A6E98C6898C4}" destId="{AC477966-EAE3-4171-8EB5-AA7DD5581998}" srcOrd="0" destOrd="0" presId="urn:microsoft.com/office/officeart/2018/2/layout/IconCircleList"/>
    <dgm:cxn modelId="{E664EA5A-2CC6-45CA-8E0E-4B0A6D9B7E16}" srcId="{BF9DB943-2346-4595-A2E3-53E1921374BD}" destId="{D019138D-C620-4809-BF8A-5B03A42B2501}" srcOrd="1" destOrd="0" parTransId="{F796DC17-D179-4D2A-ABE6-1A5BE969301E}" sibTransId="{99E3F9FC-9936-497C-BE78-A6E98C6898C4}"/>
    <dgm:cxn modelId="{DB6994B2-5EDC-4544-BE2C-E17FA35DE419}" type="presOf" srcId="{7492DCB0-8F78-469A-B2E5-11E0EC4EA416}" destId="{3D39B21A-CE6E-4DCE-AFB9-C3E474874D3E}" srcOrd="0" destOrd="0" presId="urn:microsoft.com/office/officeart/2018/2/layout/IconCircleList"/>
    <dgm:cxn modelId="{AE5552F5-5FEB-4D9C-AE03-262909D9C8BF}" type="presOf" srcId="{8634B586-952D-4B9F-800B-44FF44D2C353}" destId="{198938DB-71E5-4C48-B7AD-D6AF682C86C6}" srcOrd="0" destOrd="0" presId="urn:microsoft.com/office/officeart/2018/2/layout/IconCircleList"/>
    <dgm:cxn modelId="{816C8AF5-4EA8-4535-BA08-4CCD0E5D5938}" srcId="{BF9DB943-2346-4595-A2E3-53E1921374BD}" destId="{B8646834-30B6-4731-8969-092D43CF3A91}" srcOrd="3" destOrd="0" parTransId="{AA0784A0-F0CC-4112-B731-CE5288EE782A}" sibTransId="{51E3AF8B-7997-457D-B426-7B9476BE70CA}"/>
    <dgm:cxn modelId="{9761DF59-E31D-4806-ABC8-CE7C672AC9D4}" type="presParOf" srcId="{BB5BA1CC-D260-4BFE-8597-111CF5239AEF}" destId="{3071CCCC-0AF1-4017-81DB-FFC8D2A65547}" srcOrd="0" destOrd="0" presId="urn:microsoft.com/office/officeart/2018/2/layout/IconCircleList"/>
    <dgm:cxn modelId="{E29559E2-BA61-45BD-B7A9-DB6319F74202}" type="presParOf" srcId="{3071CCCC-0AF1-4017-81DB-FFC8D2A65547}" destId="{723D27A7-E1B5-4A64-9AB1-62B952705C5F}" srcOrd="0" destOrd="0" presId="urn:microsoft.com/office/officeart/2018/2/layout/IconCircleList"/>
    <dgm:cxn modelId="{DB17F999-AC84-4D40-B253-EDE75E16626C}" type="presParOf" srcId="{723D27A7-E1B5-4A64-9AB1-62B952705C5F}" destId="{93AB175C-731C-4C93-8719-EECC8660107E}" srcOrd="0" destOrd="0" presId="urn:microsoft.com/office/officeart/2018/2/layout/IconCircleList"/>
    <dgm:cxn modelId="{C938332E-7E8F-4A05-AD52-35162B28826F}" type="presParOf" srcId="{723D27A7-E1B5-4A64-9AB1-62B952705C5F}" destId="{E765FD67-3E3A-4FD8-9F31-8A1B6F03C35F}" srcOrd="1" destOrd="0" presId="urn:microsoft.com/office/officeart/2018/2/layout/IconCircleList"/>
    <dgm:cxn modelId="{2F739644-249F-4806-A03A-B47BAF82AA60}" type="presParOf" srcId="{723D27A7-E1B5-4A64-9AB1-62B952705C5F}" destId="{C1220548-6BC9-44EB-985D-7712006C5D79}" srcOrd="2" destOrd="0" presId="urn:microsoft.com/office/officeart/2018/2/layout/IconCircleList"/>
    <dgm:cxn modelId="{91C059B5-666A-4130-82E1-8F933A225A80}" type="presParOf" srcId="{723D27A7-E1B5-4A64-9AB1-62B952705C5F}" destId="{B7D407E8-BCAE-4E74-80B3-54326281306F}" srcOrd="3" destOrd="0" presId="urn:microsoft.com/office/officeart/2018/2/layout/IconCircleList"/>
    <dgm:cxn modelId="{7A1DD3D9-0E61-452C-B1A4-5389E3AD7054}" type="presParOf" srcId="{3071CCCC-0AF1-4017-81DB-FFC8D2A65547}" destId="{198938DB-71E5-4C48-B7AD-D6AF682C86C6}" srcOrd="1" destOrd="0" presId="urn:microsoft.com/office/officeart/2018/2/layout/IconCircleList"/>
    <dgm:cxn modelId="{A37554C6-C4FE-4B6D-87CF-37ACDA654D93}" type="presParOf" srcId="{3071CCCC-0AF1-4017-81DB-FFC8D2A65547}" destId="{0AD33EFB-1B53-4164-8175-E416278AD0C2}" srcOrd="2" destOrd="0" presId="urn:microsoft.com/office/officeart/2018/2/layout/IconCircleList"/>
    <dgm:cxn modelId="{AC2A1EDC-1632-4010-AB18-2CE7DC2C4D23}" type="presParOf" srcId="{0AD33EFB-1B53-4164-8175-E416278AD0C2}" destId="{B08B3A13-3944-4747-ABC1-66FE3637D1FC}" srcOrd="0" destOrd="0" presId="urn:microsoft.com/office/officeart/2018/2/layout/IconCircleList"/>
    <dgm:cxn modelId="{F88A5CC9-CE76-467C-A7E0-573D789DC2F5}" type="presParOf" srcId="{0AD33EFB-1B53-4164-8175-E416278AD0C2}" destId="{A1538B54-E6F2-4C94-B142-EF26234C15B3}" srcOrd="1" destOrd="0" presId="urn:microsoft.com/office/officeart/2018/2/layout/IconCircleList"/>
    <dgm:cxn modelId="{43D5CCB6-395E-497C-BF00-5118BBF6D53B}" type="presParOf" srcId="{0AD33EFB-1B53-4164-8175-E416278AD0C2}" destId="{CF78AB7D-8EA3-4A21-A1F5-C3D52B18D968}" srcOrd="2" destOrd="0" presId="urn:microsoft.com/office/officeart/2018/2/layout/IconCircleList"/>
    <dgm:cxn modelId="{7A81BC44-ADD9-4EB9-9B69-51DCEC121292}" type="presParOf" srcId="{0AD33EFB-1B53-4164-8175-E416278AD0C2}" destId="{14AD63BE-4F19-4691-926E-B621E8653C96}" srcOrd="3" destOrd="0" presId="urn:microsoft.com/office/officeart/2018/2/layout/IconCircleList"/>
    <dgm:cxn modelId="{AB9B68E5-862E-4FDC-832B-18E9E9794F09}" type="presParOf" srcId="{3071CCCC-0AF1-4017-81DB-FFC8D2A65547}" destId="{AC477966-EAE3-4171-8EB5-AA7DD5581998}" srcOrd="3" destOrd="0" presId="urn:microsoft.com/office/officeart/2018/2/layout/IconCircleList"/>
    <dgm:cxn modelId="{4F049908-D87E-486F-AD63-808EB527094A}" type="presParOf" srcId="{3071CCCC-0AF1-4017-81DB-FFC8D2A65547}" destId="{203A1CFD-9824-4E0A-B66B-6401EBE9A832}" srcOrd="4" destOrd="0" presId="urn:microsoft.com/office/officeart/2018/2/layout/IconCircleList"/>
    <dgm:cxn modelId="{5EB9E0D7-0DC8-4363-9006-F2F9F72FE111}" type="presParOf" srcId="{203A1CFD-9824-4E0A-B66B-6401EBE9A832}" destId="{02FB1377-74D0-4A95-AAC5-5F0149A632ED}" srcOrd="0" destOrd="0" presId="urn:microsoft.com/office/officeart/2018/2/layout/IconCircleList"/>
    <dgm:cxn modelId="{A7C27F6A-0B7D-41EB-8A0D-1A2245A51968}" type="presParOf" srcId="{203A1CFD-9824-4E0A-B66B-6401EBE9A832}" destId="{0CB3F92E-EF3E-430D-BC7C-E1F72AD11AFD}" srcOrd="1" destOrd="0" presId="urn:microsoft.com/office/officeart/2018/2/layout/IconCircleList"/>
    <dgm:cxn modelId="{E7AFEB82-3BF7-41A8-9CB3-78DEA36154CD}" type="presParOf" srcId="{203A1CFD-9824-4E0A-B66B-6401EBE9A832}" destId="{DCACF3E6-E369-42EE-8B5E-F748574828DA}" srcOrd="2" destOrd="0" presId="urn:microsoft.com/office/officeart/2018/2/layout/IconCircleList"/>
    <dgm:cxn modelId="{AC888AB0-7E1E-4AD6-9C94-7236FFFA64AE}" type="presParOf" srcId="{203A1CFD-9824-4E0A-B66B-6401EBE9A832}" destId="{2965B083-9FD9-4F5F-9E3F-26F66CB62287}" srcOrd="3" destOrd="0" presId="urn:microsoft.com/office/officeart/2018/2/layout/IconCircleList"/>
    <dgm:cxn modelId="{21ACE860-981E-4B8D-9EDD-9E8DB5D441B8}" type="presParOf" srcId="{3071CCCC-0AF1-4017-81DB-FFC8D2A65547}" destId="{3D39B21A-CE6E-4DCE-AFB9-C3E474874D3E}" srcOrd="5" destOrd="0" presId="urn:microsoft.com/office/officeart/2018/2/layout/IconCircleList"/>
    <dgm:cxn modelId="{C694FDC2-D741-4298-BE66-889A88916C6F}" type="presParOf" srcId="{3071CCCC-0AF1-4017-81DB-FFC8D2A65547}" destId="{53647A01-B65A-4FE1-8661-3CD141131B5D}" srcOrd="6" destOrd="0" presId="urn:microsoft.com/office/officeart/2018/2/layout/IconCircleList"/>
    <dgm:cxn modelId="{28B522CA-BF48-4194-BA0E-B123B3F910D6}" type="presParOf" srcId="{53647A01-B65A-4FE1-8661-3CD141131B5D}" destId="{E53DE304-9EAA-4506-AD94-B92DEDA534C8}" srcOrd="0" destOrd="0" presId="urn:microsoft.com/office/officeart/2018/2/layout/IconCircleList"/>
    <dgm:cxn modelId="{0E0FAC09-87E5-46A8-8FAF-BFEFB8297257}" type="presParOf" srcId="{53647A01-B65A-4FE1-8661-3CD141131B5D}" destId="{E070CBEB-172D-4937-8216-20CAE890C539}" srcOrd="1" destOrd="0" presId="urn:microsoft.com/office/officeart/2018/2/layout/IconCircleList"/>
    <dgm:cxn modelId="{232837D3-0B29-4628-A53C-70963D006F37}" type="presParOf" srcId="{53647A01-B65A-4FE1-8661-3CD141131B5D}" destId="{C4346492-0CAC-4ABD-B3D1-12D0526D6842}" srcOrd="2" destOrd="0" presId="urn:microsoft.com/office/officeart/2018/2/layout/IconCircleList"/>
    <dgm:cxn modelId="{5171C39D-8225-4FB9-8935-E7865B6356B2}" type="presParOf" srcId="{53647A01-B65A-4FE1-8661-3CD141131B5D}" destId="{D31B756E-88BE-4457-9010-274003A0B80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0DAD4F-A4B5-4E9F-864F-CCD5B2B82081}">
      <dsp:nvSpPr>
        <dsp:cNvPr id="0" name=""/>
        <dsp:cNvSpPr/>
      </dsp:nvSpPr>
      <dsp:spPr>
        <a:xfrm>
          <a:off x="1138979" y="996187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45B9F-1D8A-4729-92FF-78F201EBA7EC}">
      <dsp:nvSpPr>
        <dsp:cNvPr id="0" name=""/>
        <dsp:cNvSpPr/>
      </dsp:nvSpPr>
      <dsp:spPr>
        <a:xfrm>
          <a:off x="569079" y="2220545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Piattaforma JavaScript lato server basata su V8.</a:t>
          </a:r>
        </a:p>
      </dsp:txBody>
      <dsp:txXfrm>
        <a:off x="569079" y="2220545"/>
        <a:ext cx="2072362" cy="720000"/>
      </dsp:txXfrm>
    </dsp:sp>
    <dsp:sp modelId="{AACE19CE-FC98-41E7-B74F-AC4E1F2B121C}">
      <dsp:nvSpPr>
        <dsp:cNvPr id="0" name=""/>
        <dsp:cNvSpPr/>
      </dsp:nvSpPr>
      <dsp:spPr>
        <a:xfrm>
          <a:off x="3574005" y="996187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2B998-0B12-4341-8BFB-D5FDE4EC6202}">
      <dsp:nvSpPr>
        <dsp:cNvPr id="0" name=""/>
        <dsp:cNvSpPr/>
      </dsp:nvSpPr>
      <dsp:spPr>
        <a:xfrm>
          <a:off x="3004105" y="2220545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Angular richiede Node.js per usare npm e Angular CLI.</a:t>
          </a:r>
        </a:p>
      </dsp:txBody>
      <dsp:txXfrm>
        <a:off x="3004105" y="2220545"/>
        <a:ext cx="2072362" cy="720000"/>
      </dsp:txXfrm>
    </dsp:sp>
    <dsp:sp modelId="{59FC725E-8D81-44EF-A50D-F67B250812B5}">
      <dsp:nvSpPr>
        <dsp:cNvPr id="0" name=""/>
        <dsp:cNvSpPr/>
      </dsp:nvSpPr>
      <dsp:spPr>
        <a:xfrm>
          <a:off x="6009031" y="996187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96992-5F05-46F9-8A35-2C7DB5181A1C}">
      <dsp:nvSpPr>
        <dsp:cNvPr id="0" name=""/>
        <dsp:cNvSpPr/>
      </dsp:nvSpPr>
      <dsp:spPr>
        <a:xfrm>
          <a:off x="5439131" y="2220545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Scarica Node.js (consigliata versione LTS): </a:t>
          </a:r>
          <a:r>
            <a:rPr lang="en-US" sz="1400" kern="1200">
              <a:hlinkClick xmlns:r="http://schemas.openxmlformats.org/officeDocument/2006/relationships" r:id="rId7"/>
            </a:rPr>
            <a:t>https://nodejs.org</a:t>
          </a:r>
          <a:endParaRPr lang="en-US" sz="1400" kern="1200"/>
        </a:p>
      </dsp:txBody>
      <dsp:txXfrm>
        <a:off x="5439131" y="2220545"/>
        <a:ext cx="2072362" cy="720000"/>
      </dsp:txXfrm>
    </dsp:sp>
    <dsp:sp modelId="{DF2A9C8E-7D16-4B51-8B1E-847D1EC4BFB2}">
      <dsp:nvSpPr>
        <dsp:cNvPr id="0" name=""/>
        <dsp:cNvSpPr/>
      </dsp:nvSpPr>
      <dsp:spPr>
        <a:xfrm>
          <a:off x="8444057" y="996187"/>
          <a:ext cx="932563" cy="932563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5FC4A-CAB8-4D1E-B30F-E4EF1B57D172}">
      <dsp:nvSpPr>
        <dsp:cNvPr id="0" name=""/>
        <dsp:cNvSpPr/>
      </dsp:nvSpPr>
      <dsp:spPr>
        <a:xfrm>
          <a:off x="7874157" y="2220545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Verifica installazione: `node -v` e `npm -v`</a:t>
          </a:r>
        </a:p>
      </dsp:txBody>
      <dsp:txXfrm>
        <a:off x="7874157" y="2220545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61FB6-D84D-47C6-A169-8CB1693908E3}">
      <dsp:nvSpPr>
        <dsp:cNvPr id="0" name=""/>
        <dsp:cNvSpPr/>
      </dsp:nvSpPr>
      <dsp:spPr>
        <a:xfrm>
          <a:off x="973190" y="829953"/>
          <a:ext cx="1264141" cy="12641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047866-DFC2-4F22-A4CE-37780221E988}">
      <dsp:nvSpPr>
        <dsp:cNvPr id="0" name=""/>
        <dsp:cNvSpPr/>
      </dsp:nvSpPr>
      <dsp:spPr>
        <a:xfrm>
          <a:off x="1242597" y="109936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3B2EA-13F5-4A36-BDDD-943F1E0B9F27}">
      <dsp:nvSpPr>
        <dsp:cNvPr id="0" name=""/>
        <dsp:cNvSpPr/>
      </dsp:nvSpPr>
      <dsp:spPr>
        <a:xfrm>
          <a:off x="569079" y="248784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Angular CLI è lo strumento ufficiale per creare e gestire progetti Angular.</a:t>
          </a:r>
        </a:p>
      </dsp:txBody>
      <dsp:txXfrm>
        <a:off x="569079" y="2487844"/>
        <a:ext cx="2072362" cy="720000"/>
      </dsp:txXfrm>
    </dsp:sp>
    <dsp:sp modelId="{EB3D522F-6760-4397-976E-E819BF6FD1EA}">
      <dsp:nvSpPr>
        <dsp:cNvPr id="0" name=""/>
        <dsp:cNvSpPr/>
      </dsp:nvSpPr>
      <dsp:spPr>
        <a:xfrm>
          <a:off x="3408216" y="829953"/>
          <a:ext cx="1264141" cy="12641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CC677-BCEE-4A12-8CE3-4D8E60F2AC94}">
      <dsp:nvSpPr>
        <dsp:cNvPr id="0" name=""/>
        <dsp:cNvSpPr/>
      </dsp:nvSpPr>
      <dsp:spPr>
        <a:xfrm>
          <a:off x="3677623" y="109936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8F334-5671-4F87-AE8C-6370945D3E98}">
      <dsp:nvSpPr>
        <dsp:cNvPr id="0" name=""/>
        <dsp:cNvSpPr/>
      </dsp:nvSpPr>
      <dsp:spPr>
        <a:xfrm>
          <a:off x="3004105" y="248784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Installa globalmente con:</a:t>
          </a:r>
          <a:r>
            <a:rPr lang="en-GB" sz="1100" kern="1200"/>
            <a:t> </a:t>
          </a:r>
          <a:r>
            <a:rPr lang="en-US" sz="1100" kern="1200"/>
            <a:t>`npm install -g @angular/cli`</a:t>
          </a:r>
        </a:p>
      </dsp:txBody>
      <dsp:txXfrm>
        <a:off x="3004105" y="2487844"/>
        <a:ext cx="2072362" cy="720000"/>
      </dsp:txXfrm>
    </dsp:sp>
    <dsp:sp modelId="{BECA4D00-BB72-446F-BD73-1A76765158D4}">
      <dsp:nvSpPr>
        <dsp:cNvPr id="0" name=""/>
        <dsp:cNvSpPr/>
      </dsp:nvSpPr>
      <dsp:spPr>
        <a:xfrm>
          <a:off x="5843242" y="829953"/>
          <a:ext cx="1264141" cy="12641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11AFF-9EBC-4EF2-8477-4E979293CEC3}">
      <dsp:nvSpPr>
        <dsp:cNvPr id="0" name=""/>
        <dsp:cNvSpPr/>
      </dsp:nvSpPr>
      <dsp:spPr>
        <a:xfrm>
          <a:off x="6112649" y="109936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0C3D0-A8FB-4091-AED8-1B42A4F950F0}">
      <dsp:nvSpPr>
        <dsp:cNvPr id="0" name=""/>
        <dsp:cNvSpPr/>
      </dsp:nvSpPr>
      <dsp:spPr>
        <a:xfrm>
          <a:off x="5439131" y="248784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Verifica: `ng version`</a:t>
          </a:r>
        </a:p>
      </dsp:txBody>
      <dsp:txXfrm>
        <a:off x="5439131" y="2487844"/>
        <a:ext cx="2072362" cy="720000"/>
      </dsp:txXfrm>
    </dsp:sp>
    <dsp:sp modelId="{1EB6E11A-EF11-442E-8EE0-C13CB143D3A4}">
      <dsp:nvSpPr>
        <dsp:cNvPr id="0" name=""/>
        <dsp:cNvSpPr/>
      </dsp:nvSpPr>
      <dsp:spPr>
        <a:xfrm>
          <a:off x="8278268" y="829953"/>
          <a:ext cx="1264141" cy="12641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E0C520-9102-4327-B308-380B2864C1D1}">
      <dsp:nvSpPr>
        <dsp:cNvPr id="0" name=""/>
        <dsp:cNvSpPr/>
      </dsp:nvSpPr>
      <dsp:spPr>
        <a:xfrm>
          <a:off x="8547675" y="109936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7CA212-E659-4D99-901F-19CD98AC564E}">
      <dsp:nvSpPr>
        <dsp:cNvPr id="0" name=""/>
        <dsp:cNvSpPr/>
      </dsp:nvSpPr>
      <dsp:spPr>
        <a:xfrm>
          <a:off x="7874157" y="248784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Documentazione CLI: https://angular.io/cli</a:t>
          </a:r>
        </a:p>
      </dsp:txBody>
      <dsp:txXfrm>
        <a:off x="7874157" y="2487844"/>
        <a:ext cx="207236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B175C-731C-4C93-8719-EECC8660107E}">
      <dsp:nvSpPr>
        <dsp:cNvPr id="0" name=""/>
        <dsp:cNvSpPr/>
      </dsp:nvSpPr>
      <dsp:spPr>
        <a:xfrm>
          <a:off x="212335" y="160019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5FD67-3E3A-4FD8-9F31-8A1B6F03C35F}">
      <dsp:nvSpPr>
        <dsp:cNvPr id="0" name=""/>
        <dsp:cNvSpPr/>
      </dsp:nvSpPr>
      <dsp:spPr>
        <a:xfrm>
          <a:off x="492877" y="440561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407E8-BCAE-4E74-80B3-54326281306F}">
      <dsp:nvSpPr>
        <dsp:cNvPr id="0" name=""/>
        <dsp:cNvSpPr/>
      </dsp:nvSpPr>
      <dsp:spPr>
        <a:xfrm>
          <a:off x="1834517" y="160019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Node.js ha due </a:t>
          </a:r>
          <a:r>
            <a:rPr lang="en-US" sz="1500" kern="1200" dirty="0" err="1"/>
            <a:t>canali</a:t>
          </a:r>
          <a:r>
            <a:rPr lang="en-US" sz="1500" kern="1200" dirty="0"/>
            <a:t>: Current e LTS (Long Term Support)</a:t>
          </a:r>
        </a:p>
      </dsp:txBody>
      <dsp:txXfrm>
        <a:off x="1834517" y="160019"/>
        <a:ext cx="3148942" cy="1335915"/>
      </dsp:txXfrm>
    </dsp:sp>
    <dsp:sp modelId="{B08B3A13-3944-4747-ABC1-66FE3637D1FC}">
      <dsp:nvSpPr>
        <dsp:cNvPr id="0" name=""/>
        <dsp:cNvSpPr/>
      </dsp:nvSpPr>
      <dsp:spPr>
        <a:xfrm>
          <a:off x="5532139" y="160019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38B54-E6F2-4C94-B142-EF26234C15B3}">
      <dsp:nvSpPr>
        <dsp:cNvPr id="0" name=""/>
        <dsp:cNvSpPr/>
      </dsp:nvSpPr>
      <dsp:spPr>
        <a:xfrm>
          <a:off x="5812681" y="440561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D63BE-4F19-4691-926E-B621E8653C96}">
      <dsp:nvSpPr>
        <dsp:cNvPr id="0" name=""/>
        <dsp:cNvSpPr/>
      </dsp:nvSpPr>
      <dsp:spPr>
        <a:xfrm>
          <a:off x="7154322" y="160019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Angular segue un ciclo semestrale (major release ogni 6 mesi)</a:t>
          </a:r>
        </a:p>
      </dsp:txBody>
      <dsp:txXfrm>
        <a:off x="7154322" y="160019"/>
        <a:ext cx="3148942" cy="1335915"/>
      </dsp:txXfrm>
    </dsp:sp>
    <dsp:sp modelId="{02FB1377-74D0-4A95-AAC5-5F0149A632ED}">
      <dsp:nvSpPr>
        <dsp:cNvPr id="0" name=""/>
        <dsp:cNvSpPr/>
      </dsp:nvSpPr>
      <dsp:spPr>
        <a:xfrm>
          <a:off x="212335" y="2108727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3F92E-EF3E-430D-BC7C-E1F72AD11AFD}">
      <dsp:nvSpPr>
        <dsp:cNvPr id="0" name=""/>
        <dsp:cNvSpPr/>
      </dsp:nvSpPr>
      <dsp:spPr>
        <a:xfrm>
          <a:off x="492877" y="2389269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65B083-9FD9-4F5F-9E3F-26F66CB62287}">
      <dsp:nvSpPr>
        <dsp:cNvPr id="0" name=""/>
        <dsp:cNvSpPr/>
      </dsp:nvSpPr>
      <dsp:spPr>
        <a:xfrm>
          <a:off x="1834517" y="2108727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Usa sempre Node LTS + Angular stabile</a:t>
          </a:r>
        </a:p>
      </dsp:txBody>
      <dsp:txXfrm>
        <a:off x="1834517" y="2108727"/>
        <a:ext cx="3148942" cy="1335915"/>
      </dsp:txXfrm>
    </dsp:sp>
    <dsp:sp modelId="{E53DE304-9EAA-4506-AD94-B92DEDA534C8}">
      <dsp:nvSpPr>
        <dsp:cNvPr id="0" name=""/>
        <dsp:cNvSpPr/>
      </dsp:nvSpPr>
      <dsp:spPr>
        <a:xfrm>
          <a:off x="5532139" y="2108727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0CBEB-172D-4937-8216-20CAE890C539}">
      <dsp:nvSpPr>
        <dsp:cNvPr id="0" name=""/>
        <dsp:cNvSpPr/>
      </dsp:nvSpPr>
      <dsp:spPr>
        <a:xfrm>
          <a:off x="5812681" y="2389269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B756E-88BE-4457-9010-274003A0B809}">
      <dsp:nvSpPr>
        <dsp:cNvPr id="0" name=""/>
        <dsp:cNvSpPr/>
      </dsp:nvSpPr>
      <dsp:spPr>
        <a:xfrm>
          <a:off x="7154322" y="2108727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Verifica compatibilità: https://angular.io/guide/versions</a:t>
          </a:r>
        </a:p>
      </dsp:txBody>
      <dsp:txXfrm>
        <a:off x="7154322" y="2108727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2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6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40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29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1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63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6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53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0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2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05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5829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67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96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19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368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6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861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localhost:4200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nodejs.org/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angular.io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tackoverflow.com/questions/tagged/angular" TargetMode="External"/><Relationship Id="rId5" Type="http://schemas.openxmlformats.org/officeDocument/2006/relationships/hyperlink" Target="https://angular.io/cli" TargetMode="External"/><Relationship Id="rId4" Type="http://schemas.openxmlformats.org/officeDocument/2006/relationships/hyperlink" Target="https://code.visualstudio.com/" TargetMode="Externa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Introduzione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In </a:t>
            </a:r>
            <a:r>
              <a:rPr dirty="0" err="1"/>
              <a:t>questa</a:t>
            </a:r>
            <a:r>
              <a:rPr dirty="0"/>
              <a:t> </a:t>
            </a:r>
            <a:r>
              <a:rPr dirty="0" err="1"/>
              <a:t>lezione</a:t>
            </a:r>
            <a:r>
              <a:rPr dirty="0"/>
              <a:t> </a:t>
            </a:r>
            <a:r>
              <a:rPr dirty="0" err="1"/>
              <a:t>vedremo</a:t>
            </a:r>
            <a:r>
              <a:rPr dirty="0"/>
              <a:t> come </a:t>
            </a:r>
            <a:r>
              <a:rPr dirty="0" err="1"/>
              <a:t>configurare</a:t>
            </a:r>
            <a:r>
              <a:rPr dirty="0"/>
              <a:t> un </a:t>
            </a:r>
            <a:r>
              <a:rPr dirty="0" err="1"/>
              <a:t>ambiente</a:t>
            </a:r>
            <a:r>
              <a:rPr dirty="0"/>
              <a:t> di </a:t>
            </a:r>
            <a:r>
              <a:rPr dirty="0" err="1"/>
              <a:t>sviluppo</a:t>
            </a:r>
            <a:r>
              <a:rPr dirty="0"/>
              <a:t> </a:t>
            </a:r>
            <a:r>
              <a:rPr dirty="0" err="1"/>
              <a:t>moderno</a:t>
            </a:r>
            <a:r>
              <a:rPr dirty="0"/>
              <a:t> per Angular </a:t>
            </a:r>
            <a:r>
              <a:rPr dirty="0" err="1"/>
              <a:t>utilizzando</a:t>
            </a:r>
            <a:r>
              <a:rPr dirty="0"/>
              <a:t> Node.js.</a:t>
            </a:r>
            <a:br>
              <a:rPr dirty="0"/>
            </a:br>
            <a:endParaRPr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7F93F74-EE58-99CB-C66C-10CA0C238F76}"/>
              </a:ext>
            </a:extLst>
          </p:cNvPr>
          <p:cNvSpPr txBox="1"/>
          <p:nvPr/>
        </p:nvSpPr>
        <p:spPr>
          <a:xfrm>
            <a:off x="914400" y="2831260"/>
            <a:ext cx="60944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Obiettivi:</a:t>
            </a:r>
          </a:p>
          <a:p>
            <a:br>
              <a:rPr lang="it-IT" dirty="0"/>
            </a:br>
            <a:r>
              <a:rPr lang="it-IT" dirty="0"/>
              <a:t>- Installare Node.js (versione LTS)</a:t>
            </a:r>
          </a:p>
          <a:p>
            <a:br>
              <a:rPr lang="it-IT" dirty="0"/>
            </a:br>
            <a:r>
              <a:rPr lang="it-IT" dirty="0"/>
              <a:t>- Installare </a:t>
            </a:r>
            <a:r>
              <a:rPr lang="it-IT" dirty="0" err="1"/>
              <a:t>Angular</a:t>
            </a:r>
            <a:r>
              <a:rPr lang="it-IT" dirty="0"/>
              <a:t> CLI</a:t>
            </a:r>
          </a:p>
          <a:p>
            <a:br>
              <a:rPr lang="it-IT" dirty="0"/>
            </a:br>
            <a:r>
              <a:rPr lang="it-IT" dirty="0"/>
              <a:t>- Creare un progetto </a:t>
            </a:r>
            <a:r>
              <a:rPr lang="it-IT" dirty="0" err="1"/>
              <a:t>Angular</a:t>
            </a:r>
            <a:endParaRPr lang="it-IT" dirty="0"/>
          </a:p>
          <a:p>
            <a:br>
              <a:rPr lang="it-IT" dirty="0"/>
            </a:br>
            <a:r>
              <a:rPr lang="it-IT" dirty="0"/>
              <a:t>- Eseguire l'app localmente</a:t>
            </a:r>
            <a:endParaRPr lang="en-GB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5F5D56E-35E4-2C24-8FA9-870D9560A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5984557"/>
            <a:ext cx="7667625" cy="466725"/>
          </a:xfrm>
          <a:prstGeom prst="rect">
            <a:avLst/>
          </a:prstGeom>
        </p:spPr>
      </p:pic>
      <p:pic>
        <p:nvPicPr>
          <p:cNvPr id="9" name="Immagine 8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773485EA-F7D6-2DA1-2EDA-BA7D7D6CD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2973" y="-117156"/>
            <a:ext cx="2185851" cy="183045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F2FE6EE-9D06-B3A7-0235-A39D69ADF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563906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Cos'è Angular?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6612" y="1467852"/>
            <a:ext cx="105156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- Angular è un framework front-end </a:t>
            </a:r>
            <a:r>
              <a:rPr dirty="0" err="1"/>
              <a:t>sviluppato</a:t>
            </a:r>
            <a:r>
              <a:rPr dirty="0"/>
              <a:t> da Google.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lang="en-GB" dirty="0"/>
              <a:t>- </a:t>
            </a:r>
            <a:r>
              <a:rPr lang="en-GB" dirty="0" err="1"/>
              <a:t>Basato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TypeScript.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</a:t>
            </a:r>
            <a:r>
              <a:rPr dirty="0" err="1"/>
              <a:t>Ideale</a:t>
            </a:r>
            <a:r>
              <a:rPr dirty="0"/>
              <a:t> per </a:t>
            </a:r>
            <a:r>
              <a:rPr dirty="0" err="1"/>
              <a:t>applicazioni</a:t>
            </a:r>
            <a:r>
              <a:rPr dirty="0"/>
              <a:t> web </a:t>
            </a:r>
            <a:r>
              <a:rPr dirty="0" err="1"/>
              <a:t>complesse</a:t>
            </a:r>
            <a:r>
              <a:rPr dirty="0"/>
              <a:t> e </a:t>
            </a:r>
            <a:r>
              <a:rPr dirty="0" err="1"/>
              <a:t>scalabili</a:t>
            </a:r>
            <a:r>
              <a:rPr dirty="0"/>
              <a:t> (SPA).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Sito </a:t>
            </a:r>
            <a:r>
              <a:rPr dirty="0" err="1"/>
              <a:t>ufficiale</a:t>
            </a:r>
            <a:r>
              <a:rPr dirty="0"/>
              <a:t>: https://angular.io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2DC5742-049A-267C-6C80-464CCE028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6131342"/>
            <a:ext cx="7667625" cy="46672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8108291-475B-C65C-73E5-B925204A3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575" y="-117158"/>
            <a:ext cx="2381250" cy="242887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DCFC417-7CDA-5D33-8E47-2B9E9273C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563906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Node.js – Cos'è e perché serve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F883E3F-B47C-A9DD-23DB-B76F17CCA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599" y="5984557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11006CC0-3007-1B5F-C870-98AF3443B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575" y="-117158"/>
            <a:ext cx="2381250" cy="2428875"/>
          </a:xfrm>
          <a:prstGeom prst="rect">
            <a:avLst/>
          </a:prstGeom>
        </p:spPr>
      </p:pic>
      <p:graphicFrame>
        <p:nvGraphicFramePr>
          <p:cNvPr id="9" name="TextBox 2">
            <a:extLst>
              <a:ext uri="{FF2B5EF4-FFF2-40B4-BE49-F238E27FC236}">
                <a16:creationId xmlns:a16="http://schemas.microsoft.com/office/drawing/2014/main" id="{0C28B08C-3DE0-B988-BF23-1ACED1D07A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0068486"/>
              </p:ext>
            </p:extLst>
          </p:nvPr>
        </p:nvGraphicFramePr>
        <p:xfrm>
          <a:off x="836611" y="1655545"/>
          <a:ext cx="10515600" cy="3936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1B2DC950-8DE0-09AC-BFDB-3D5678A89D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442"/>
            <a:ext cx="7563906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Installare Angular CLI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106DC87-77AF-8C58-A35E-FFE907B33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599" y="6217920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B483BDC9-B9BB-1048-6E64-D759BC5D8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095" y="-117157"/>
            <a:ext cx="2381250" cy="2428875"/>
          </a:xfrm>
          <a:prstGeom prst="rect">
            <a:avLst/>
          </a:prstGeom>
        </p:spPr>
      </p:pic>
      <p:graphicFrame>
        <p:nvGraphicFramePr>
          <p:cNvPr id="9" name="TextBox 2">
            <a:extLst>
              <a:ext uri="{FF2B5EF4-FFF2-40B4-BE49-F238E27FC236}">
                <a16:creationId xmlns:a16="http://schemas.microsoft.com/office/drawing/2014/main" id="{7CC6C5DB-D187-A82D-8289-CFE498F387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258774"/>
              </p:ext>
            </p:extLst>
          </p:nvPr>
        </p:nvGraphicFramePr>
        <p:xfrm>
          <a:off x="914400" y="1554480"/>
          <a:ext cx="10515600" cy="4037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646EA044-DB06-07D0-CF4F-08BFF559E7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29091"/>
            <a:ext cx="7563906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Creare un nuovo progetto Angular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- </a:t>
            </a:r>
            <a:r>
              <a:rPr dirty="0" err="1"/>
              <a:t>Comando</a:t>
            </a:r>
            <a:r>
              <a:rPr dirty="0"/>
              <a:t>: `ng new </a:t>
            </a:r>
            <a:r>
              <a:rPr dirty="0" err="1"/>
              <a:t>nome-progetto</a:t>
            </a:r>
            <a:r>
              <a:rPr dirty="0"/>
              <a:t>`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Ti </a:t>
            </a:r>
            <a:r>
              <a:rPr dirty="0" err="1"/>
              <a:t>verrà</a:t>
            </a:r>
            <a:r>
              <a:rPr dirty="0"/>
              <a:t> </a:t>
            </a:r>
            <a:r>
              <a:rPr dirty="0" err="1"/>
              <a:t>chiesto</a:t>
            </a:r>
            <a:r>
              <a:rPr dirty="0"/>
              <a:t>:</a:t>
            </a:r>
            <a:br>
              <a:rPr dirty="0"/>
            </a:br>
            <a:r>
              <a:rPr dirty="0"/>
              <a:t>  • </a:t>
            </a:r>
            <a:r>
              <a:rPr dirty="0" err="1"/>
              <a:t>Vuoi</a:t>
            </a:r>
            <a:r>
              <a:rPr dirty="0"/>
              <a:t> </a:t>
            </a:r>
            <a:r>
              <a:rPr dirty="0" err="1"/>
              <a:t>usare</a:t>
            </a:r>
            <a:r>
              <a:rPr dirty="0"/>
              <a:t> il routing?</a:t>
            </a:r>
            <a:br>
              <a:rPr dirty="0"/>
            </a:br>
            <a:r>
              <a:rPr dirty="0"/>
              <a:t>  • Che </a:t>
            </a:r>
            <a:r>
              <a:rPr dirty="0" err="1"/>
              <a:t>tipo</a:t>
            </a:r>
            <a:r>
              <a:rPr dirty="0"/>
              <a:t> di CSS (SCSS, Sass, </a:t>
            </a:r>
            <a:r>
              <a:rPr dirty="0" err="1"/>
              <a:t>etc</a:t>
            </a:r>
            <a:r>
              <a:rPr dirty="0"/>
              <a:t>)?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Angular genera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struttura</a:t>
            </a:r>
            <a:r>
              <a:rPr dirty="0"/>
              <a:t> </a:t>
            </a:r>
            <a:r>
              <a:rPr dirty="0" err="1"/>
              <a:t>completa</a:t>
            </a:r>
            <a:r>
              <a:rPr dirty="0"/>
              <a:t> del </a:t>
            </a:r>
            <a:r>
              <a:rPr dirty="0" err="1"/>
              <a:t>progetto</a:t>
            </a:r>
            <a:r>
              <a:rPr dirty="0"/>
              <a:t>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08A638C-F1E3-2845-13CC-74E257BB5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599" y="6217920"/>
            <a:ext cx="7667625" cy="4667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B9E1293-FCDA-5E68-C28A-5EE33869B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819" y="2406"/>
            <a:ext cx="2381250" cy="242887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D9CF884-0B5E-C37B-6EB0-C69CA1038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219"/>
            <a:ext cx="7563906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Avvio e sviluppo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- Per </a:t>
            </a:r>
            <a:r>
              <a:rPr dirty="0" err="1"/>
              <a:t>avviare</a:t>
            </a:r>
            <a:r>
              <a:rPr dirty="0"/>
              <a:t> il server di </a:t>
            </a:r>
            <a:r>
              <a:rPr dirty="0" err="1"/>
              <a:t>sviluppo</a:t>
            </a:r>
            <a:r>
              <a:rPr dirty="0"/>
              <a:t>:</a:t>
            </a:r>
            <a:br>
              <a:rPr dirty="0"/>
            </a:br>
            <a:r>
              <a:rPr dirty="0"/>
              <a:t>  `cd </a:t>
            </a:r>
            <a:r>
              <a:rPr dirty="0" err="1"/>
              <a:t>nome-progetto</a:t>
            </a:r>
            <a:r>
              <a:rPr dirty="0"/>
              <a:t>`</a:t>
            </a:r>
            <a:br>
              <a:rPr dirty="0"/>
            </a:br>
            <a:r>
              <a:rPr dirty="0"/>
              <a:t>  `ng serve`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</a:t>
            </a:r>
            <a:r>
              <a:rPr dirty="0" err="1"/>
              <a:t>Apri</a:t>
            </a:r>
            <a:r>
              <a:rPr dirty="0"/>
              <a:t> il browser </a:t>
            </a:r>
            <a:r>
              <a:rPr dirty="0" err="1"/>
              <a:t>su</a:t>
            </a:r>
            <a:r>
              <a:rPr dirty="0"/>
              <a:t>: </a:t>
            </a:r>
            <a:r>
              <a:rPr dirty="0">
                <a:hlinkClick r:id="rId2"/>
              </a:rPr>
              <a:t>http://localhost:4200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Ogni </a:t>
            </a:r>
            <a:r>
              <a:rPr dirty="0" err="1"/>
              <a:t>modifica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riflette</a:t>
            </a:r>
            <a:r>
              <a:rPr dirty="0"/>
              <a:t> in tempo </a:t>
            </a:r>
            <a:r>
              <a:rPr dirty="0" err="1"/>
              <a:t>reale</a:t>
            </a:r>
            <a:r>
              <a:rPr dirty="0"/>
              <a:t>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D04F1D9-8361-02A7-5F61-813D35022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599" y="6217920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5BF0F2E7-F82E-6F24-CE33-0F7AFCF90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8224" y="0"/>
            <a:ext cx="2381250" cy="242887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B138679-4D7F-3BA7-5BAF-DB8AFABDE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563906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Struttura del progetto Angular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- `</a:t>
            </a:r>
            <a:r>
              <a:rPr dirty="0" err="1"/>
              <a:t>src</a:t>
            </a:r>
            <a:r>
              <a:rPr dirty="0"/>
              <a:t>/` – </a:t>
            </a:r>
            <a:r>
              <a:rPr dirty="0" err="1"/>
              <a:t>Codice</a:t>
            </a:r>
            <a:r>
              <a:rPr dirty="0"/>
              <a:t> </a:t>
            </a:r>
            <a:r>
              <a:rPr dirty="0" err="1"/>
              <a:t>sorgente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`app/` – </a:t>
            </a:r>
            <a:r>
              <a:rPr dirty="0" err="1"/>
              <a:t>Componenti</a:t>
            </a:r>
            <a:r>
              <a:rPr dirty="0"/>
              <a:t> Angular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`</a:t>
            </a:r>
            <a:r>
              <a:rPr dirty="0" err="1"/>
              <a:t>angular.json</a:t>
            </a:r>
            <a:r>
              <a:rPr dirty="0"/>
              <a:t>` – </a:t>
            </a:r>
            <a:r>
              <a:rPr dirty="0" err="1"/>
              <a:t>Configurazione</a:t>
            </a:r>
            <a:r>
              <a:rPr dirty="0"/>
              <a:t> CLI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`</a:t>
            </a:r>
            <a:r>
              <a:rPr dirty="0" err="1"/>
              <a:t>package.json</a:t>
            </a:r>
            <a:r>
              <a:rPr dirty="0"/>
              <a:t>` – </a:t>
            </a:r>
            <a:r>
              <a:rPr dirty="0" err="1"/>
              <a:t>Dipendenze</a:t>
            </a:r>
            <a:r>
              <a:rPr dirty="0"/>
              <a:t> del </a:t>
            </a:r>
            <a:r>
              <a:rPr dirty="0" err="1"/>
              <a:t>progetto</a:t>
            </a:r>
            <a:endParaRPr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36DA96D-8529-B53C-C0F2-077C9C8B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599" y="6217920"/>
            <a:ext cx="7667625" cy="4667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BE4884A-8E59-8F63-C465-FB9598DC5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8224" y="-45720"/>
            <a:ext cx="2381250" cy="242887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7EB8468-4EA2-D837-68BC-EE95DDC37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27"/>
            <a:ext cx="7563906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Testing e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- Angular CLI </a:t>
            </a:r>
            <a:r>
              <a:rPr dirty="0" err="1"/>
              <a:t>supporta</a:t>
            </a:r>
            <a:r>
              <a:rPr dirty="0"/>
              <a:t> testing </a:t>
            </a:r>
            <a:r>
              <a:rPr dirty="0" err="1"/>
              <a:t>integrato</a:t>
            </a:r>
            <a:r>
              <a:rPr dirty="0"/>
              <a:t>: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Test </a:t>
            </a:r>
            <a:r>
              <a:rPr dirty="0" err="1"/>
              <a:t>unitari</a:t>
            </a:r>
            <a:r>
              <a:rPr dirty="0"/>
              <a:t>: `ng test`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Linting: `ng lint`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Debug via browser </a:t>
            </a:r>
            <a:r>
              <a:rPr dirty="0" err="1"/>
              <a:t>DevTools</a:t>
            </a:r>
            <a:r>
              <a:rPr dirty="0"/>
              <a:t> o </a:t>
            </a:r>
            <a:r>
              <a:rPr dirty="0" err="1"/>
              <a:t>estensione</a:t>
            </a:r>
            <a:r>
              <a:rPr dirty="0"/>
              <a:t> Angular </a:t>
            </a:r>
            <a:r>
              <a:rPr dirty="0" err="1"/>
              <a:t>DevTools</a:t>
            </a:r>
            <a:endParaRPr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D1C7913-FA6D-7431-5AB6-B6E9D9748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6054340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7668D661-457C-1EAA-57CD-779316EE5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674" y="0"/>
            <a:ext cx="2381250" cy="242887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AC35DC74-FC27-4095-54BC-220438914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487"/>
            <a:ext cx="7563906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Versioni e LTS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B55603C-009C-AC73-63C1-DF17976D1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6201076"/>
            <a:ext cx="7667625" cy="4667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6EB4FD1-E401-B0BC-CE7F-3D18D3AEC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8225" y="0"/>
            <a:ext cx="2381250" cy="2428875"/>
          </a:xfrm>
          <a:prstGeom prst="rect">
            <a:avLst/>
          </a:prstGeom>
        </p:spPr>
      </p:pic>
      <p:graphicFrame>
        <p:nvGraphicFramePr>
          <p:cNvPr id="11" name="TextBox 2">
            <a:extLst>
              <a:ext uri="{FF2B5EF4-FFF2-40B4-BE49-F238E27FC236}">
                <a16:creationId xmlns:a16="http://schemas.microsoft.com/office/drawing/2014/main" id="{DF2462A5-1466-52A5-166E-193D2A5CF0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0533711"/>
              </p:ext>
            </p:extLst>
          </p:nvPr>
        </p:nvGraphicFramePr>
        <p:xfrm>
          <a:off x="914400" y="1554480"/>
          <a:ext cx="10515600" cy="3604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A59AD9A4-B491-B056-E0F6-866EE3F1CD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2643"/>
            <a:ext cx="7563906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Risorse utili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- Angular </a:t>
            </a:r>
            <a:r>
              <a:rPr dirty="0" err="1"/>
              <a:t>ufficiale</a:t>
            </a:r>
            <a:r>
              <a:rPr dirty="0"/>
              <a:t>: </a:t>
            </a:r>
            <a:r>
              <a:rPr dirty="0">
                <a:hlinkClick r:id="rId2"/>
              </a:rPr>
              <a:t>https://angular.io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Node.js: </a:t>
            </a:r>
            <a:r>
              <a:rPr dirty="0">
                <a:hlinkClick r:id="rId3"/>
              </a:rPr>
              <a:t>https://nodejs.org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VS Code: </a:t>
            </a:r>
            <a:r>
              <a:rPr dirty="0">
                <a:hlinkClick r:id="rId4"/>
              </a:rPr>
              <a:t>https://code.visualstudio.com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Angular CLI: </a:t>
            </a:r>
            <a:r>
              <a:rPr dirty="0">
                <a:hlinkClick r:id="rId5"/>
              </a:rPr>
              <a:t>https://angular.io/cli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br>
              <a:rPr dirty="0"/>
            </a:br>
            <a:r>
              <a:rPr dirty="0"/>
              <a:t>- Community: </a:t>
            </a:r>
            <a:r>
              <a:rPr dirty="0">
                <a:hlinkClick r:id="rId6"/>
              </a:rPr>
              <a:t>https://stackoverflow.com/questions/tagged/angular</a:t>
            </a:r>
            <a:endParaRPr lang="en-GB" dirty="0"/>
          </a:p>
          <a:p>
            <a:pPr>
              <a:defRPr sz="2000">
                <a:solidFill>
                  <a:srgbClr val="E6E6E6"/>
                </a:solidFill>
              </a:defRPr>
            </a:pPr>
            <a:endParaRPr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F374913-DCB0-F2EA-03D1-C357DDDA0B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8387" y="6217920"/>
            <a:ext cx="7667625" cy="4667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B5D5667-709B-8B3A-5955-FE04CED02D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7575" y="0"/>
            <a:ext cx="2381250" cy="242887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B4926C1-68DC-9890-8FD2-CF2835D9D7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9487"/>
            <a:ext cx="7563906" cy="58110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Metadata/LabelInfo.xml><?xml version="1.0" encoding="utf-8"?>
<clbl:labelList xmlns:clbl="http://schemas.microsoft.com/office/2020/mipLabelMetadata">
  <clbl:label id="{02378f6b-f1b0-4815-a8da-8a787c8cf5d3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486</Words>
  <Application>Microsoft Office PowerPoint</Application>
  <PresentationFormat>Personalizzato</PresentationFormat>
  <Paragraphs>58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Tiozzo Mattia</cp:lastModifiedBy>
  <cp:revision>3</cp:revision>
  <dcterms:created xsi:type="dcterms:W3CDTF">2013-01-27T09:14:16Z</dcterms:created>
  <dcterms:modified xsi:type="dcterms:W3CDTF">2025-07-01T06:56:16Z</dcterms:modified>
  <cp:category/>
</cp:coreProperties>
</file>