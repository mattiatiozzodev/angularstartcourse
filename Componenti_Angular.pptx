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F1AB60-1175-4416-9CA6-3BB2D0EB6B7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4EAEB6-2EFF-45EB-AADC-BF8E8AF73CCD}">
      <dgm:prSet/>
      <dgm:spPr/>
      <dgm:t>
        <a:bodyPr/>
        <a:lstStyle/>
        <a:p>
          <a:r>
            <a:rPr lang="it-IT"/>
            <a:t>Unità fondamentale dell'interfaccia in Angular</a:t>
          </a:r>
          <a:endParaRPr lang="en-US"/>
        </a:p>
      </dgm:t>
    </dgm:pt>
    <dgm:pt modelId="{CF83DB09-8EC1-4E9B-8E2D-369C127B0738}" type="parTrans" cxnId="{F2DB6B1B-4909-4FF8-914E-839D8895408C}">
      <dgm:prSet/>
      <dgm:spPr/>
      <dgm:t>
        <a:bodyPr/>
        <a:lstStyle/>
        <a:p>
          <a:endParaRPr lang="en-US"/>
        </a:p>
      </dgm:t>
    </dgm:pt>
    <dgm:pt modelId="{D37AF4A0-89FA-4B92-94AA-7B7E7298D18F}" type="sibTrans" cxnId="{F2DB6B1B-4909-4FF8-914E-839D8895408C}">
      <dgm:prSet/>
      <dgm:spPr/>
      <dgm:t>
        <a:bodyPr/>
        <a:lstStyle/>
        <a:p>
          <a:endParaRPr lang="en-US"/>
        </a:p>
      </dgm:t>
    </dgm:pt>
    <dgm:pt modelId="{B53A1FF3-9D21-494E-817E-325D6B4E0DBE}">
      <dgm:prSet/>
      <dgm:spPr/>
      <dgm:t>
        <a:bodyPr/>
        <a:lstStyle/>
        <a:p>
          <a:r>
            <a:rPr lang="it-IT"/>
            <a:t>Composto da HTML, CSS e TypeScript</a:t>
          </a:r>
          <a:endParaRPr lang="en-US"/>
        </a:p>
      </dgm:t>
    </dgm:pt>
    <dgm:pt modelId="{FBD77DCA-F337-4E96-917F-0AE724C71F2E}" type="parTrans" cxnId="{8F2A5112-F4B9-4A7A-8493-2FEEDF26CCDF}">
      <dgm:prSet/>
      <dgm:spPr/>
      <dgm:t>
        <a:bodyPr/>
        <a:lstStyle/>
        <a:p>
          <a:endParaRPr lang="en-US"/>
        </a:p>
      </dgm:t>
    </dgm:pt>
    <dgm:pt modelId="{D3309EE3-3FAD-4970-8D18-580E15309B55}" type="sibTrans" cxnId="{8F2A5112-F4B9-4A7A-8493-2FEEDF26CCDF}">
      <dgm:prSet/>
      <dgm:spPr/>
      <dgm:t>
        <a:bodyPr/>
        <a:lstStyle/>
        <a:p>
          <a:endParaRPr lang="en-US"/>
        </a:p>
      </dgm:t>
    </dgm:pt>
    <dgm:pt modelId="{3AEDA603-C288-47D4-BC95-6CAD4B91D435}">
      <dgm:prSet/>
      <dgm:spPr/>
      <dgm:t>
        <a:bodyPr/>
        <a:lstStyle/>
        <a:p>
          <a:r>
            <a:rPr lang="it-IT"/>
            <a:t>Rappresenta una sezione riutilizzabile della UI</a:t>
          </a:r>
          <a:endParaRPr lang="en-US"/>
        </a:p>
      </dgm:t>
    </dgm:pt>
    <dgm:pt modelId="{78A01997-F472-408B-B37F-4E9FA20261D0}" type="parTrans" cxnId="{84C11328-2115-40EE-8B10-E3A00B0E285B}">
      <dgm:prSet/>
      <dgm:spPr/>
      <dgm:t>
        <a:bodyPr/>
        <a:lstStyle/>
        <a:p>
          <a:endParaRPr lang="en-US"/>
        </a:p>
      </dgm:t>
    </dgm:pt>
    <dgm:pt modelId="{2B09AFA2-DE9D-454D-A9C3-25155B409DAB}" type="sibTrans" cxnId="{84C11328-2115-40EE-8B10-E3A00B0E285B}">
      <dgm:prSet/>
      <dgm:spPr/>
      <dgm:t>
        <a:bodyPr/>
        <a:lstStyle/>
        <a:p>
          <a:endParaRPr lang="en-US"/>
        </a:p>
      </dgm:t>
    </dgm:pt>
    <dgm:pt modelId="{0FDA69E9-16BB-4044-B8E8-A24882B080A5}" type="pres">
      <dgm:prSet presAssocID="{72F1AB60-1175-4416-9CA6-3BB2D0EB6B7C}" presName="linear" presStyleCnt="0">
        <dgm:presLayoutVars>
          <dgm:animLvl val="lvl"/>
          <dgm:resizeHandles val="exact"/>
        </dgm:presLayoutVars>
      </dgm:prSet>
      <dgm:spPr/>
    </dgm:pt>
    <dgm:pt modelId="{9CB309B0-6EF7-4473-A169-C07207B54321}" type="pres">
      <dgm:prSet presAssocID="{5B4EAEB6-2EFF-45EB-AADC-BF8E8AF73CC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C6D3B1-781D-4E7E-9A88-D683DF5A035C}" type="pres">
      <dgm:prSet presAssocID="{D37AF4A0-89FA-4B92-94AA-7B7E7298D18F}" presName="spacer" presStyleCnt="0"/>
      <dgm:spPr/>
    </dgm:pt>
    <dgm:pt modelId="{FE59CBA8-CF56-446B-8CDA-C230638A79E1}" type="pres">
      <dgm:prSet presAssocID="{B53A1FF3-9D21-494E-817E-325D6B4E0DB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BD44BC-3D42-4EC1-A928-94C9ABFF8F71}" type="pres">
      <dgm:prSet presAssocID="{D3309EE3-3FAD-4970-8D18-580E15309B55}" presName="spacer" presStyleCnt="0"/>
      <dgm:spPr/>
    </dgm:pt>
    <dgm:pt modelId="{BD31D2F1-7BE5-462D-9F5F-0157E24C8ADB}" type="pres">
      <dgm:prSet presAssocID="{3AEDA603-C288-47D4-BC95-6CAD4B91D43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2A5112-F4B9-4A7A-8493-2FEEDF26CCDF}" srcId="{72F1AB60-1175-4416-9CA6-3BB2D0EB6B7C}" destId="{B53A1FF3-9D21-494E-817E-325D6B4E0DBE}" srcOrd="1" destOrd="0" parTransId="{FBD77DCA-F337-4E96-917F-0AE724C71F2E}" sibTransId="{D3309EE3-3FAD-4970-8D18-580E15309B55}"/>
    <dgm:cxn modelId="{F2DB6B1B-4909-4FF8-914E-839D8895408C}" srcId="{72F1AB60-1175-4416-9CA6-3BB2D0EB6B7C}" destId="{5B4EAEB6-2EFF-45EB-AADC-BF8E8AF73CCD}" srcOrd="0" destOrd="0" parTransId="{CF83DB09-8EC1-4E9B-8E2D-369C127B0738}" sibTransId="{D37AF4A0-89FA-4B92-94AA-7B7E7298D18F}"/>
    <dgm:cxn modelId="{84C11328-2115-40EE-8B10-E3A00B0E285B}" srcId="{72F1AB60-1175-4416-9CA6-3BB2D0EB6B7C}" destId="{3AEDA603-C288-47D4-BC95-6CAD4B91D435}" srcOrd="2" destOrd="0" parTransId="{78A01997-F472-408B-B37F-4E9FA20261D0}" sibTransId="{2B09AFA2-DE9D-454D-A9C3-25155B409DAB}"/>
    <dgm:cxn modelId="{A248575F-0E07-483F-8040-701676794902}" type="presOf" srcId="{72F1AB60-1175-4416-9CA6-3BB2D0EB6B7C}" destId="{0FDA69E9-16BB-4044-B8E8-A24882B080A5}" srcOrd="0" destOrd="0" presId="urn:microsoft.com/office/officeart/2005/8/layout/vList2"/>
    <dgm:cxn modelId="{CAD1454F-8722-4120-B7B7-BBFD37E60B3D}" type="presOf" srcId="{3AEDA603-C288-47D4-BC95-6CAD4B91D435}" destId="{BD31D2F1-7BE5-462D-9F5F-0157E24C8ADB}" srcOrd="0" destOrd="0" presId="urn:microsoft.com/office/officeart/2005/8/layout/vList2"/>
    <dgm:cxn modelId="{3BA6F8D9-79F6-4B72-B2E9-7B36745DD456}" type="presOf" srcId="{B53A1FF3-9D21-494E-817E-325D6B4E0DBE}" destId="{FE59CBA8-CF56-446B-8CDA-C230638A79E1}" srcOrd="0" destOrd="0" presId="urn:microsoft.com/office/officeart/2005/8/layout/vList2"/>
    <dgm:cxn modelId="{01C483F7-383C-4854-A98D-9B2831349D6C}" type="presOf" srcId="{5B4EAEB6-2EFF-45EB-AADC-BF8E8AF73CCD}" destId="{9CB309B0-6EF7-4473-A169-C07207B54321}" srcOrd="0" destOrd="0" presId="urn:microsoft.com/office/officeart/2005/8/layout/vList2"/>
    <dgm:cxn modelId="{EFEF4736-302A-45A3-A637-6E6DA80D707F}" type="presParOf" srcId="{0FDA69E9-16BB-4044-B8E8-A24882B080A5}" destId="{9CB309B0-6EF7-4473-A169-C07207B54321}" srcOrd="0" destOrd="0" presId="urn:microsoft.com/office/officeart/2005/8/layout/vList2"/>
    <dgm:cxn modelId="{A005602A-3187-4DBF-BC63-8CD39D48ACDE}" type="presParOf" srcId="{0FDA69E9-16BB-4044-B8E8-A24882B080A5}" destId="{83C6D3B1-781D-4E7E-9A88-D683DF5A035C}" srcOrd="1" destOrd="0" presId="urn:microsoft.com/office/officeart/2005/8/layout/vList2"/>
    <dgm:cxn modelId="{4140D607-F212-4659-A0BE-7077ED7DB562}" type="presParOf" srcId="{0FDA69E9-16BB-4044-B8E8-A24882B080A5}" destId="{FE59CBA8-CF56-446B-8CDA-C230638A79E1}" srcOrd="2" destOrd="0" presId="urn:microsoft.com/office/officeart/2005/8/layout/vList2"/>
    <dgm:cxn modelId="{A6FC5925-87BC-40C6-BC9B-224BDC321810}" type="presParOf" srcId="{0FDA69E9-16BB-4044-B8E8-A24882B080A5}" destId="{34BD44BC-3D42-4EC1-A928-94C9ABFF8F71}" srcOrd="3" destOrd="0" presId="urn:microsoft.com/office/officeart/2005/8/layout/vList2"/>
    <dgm:cxn modelId="{630C6E8B-4A51-42EB-BD15-A600144875AF}" type="presParOf" srcId="{0FDA69E9-16BB-4044-B8E8-A24882B080A5}" destId="{BD31D2F1-7BE5-462D-9F5F-0157E24C8AD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A16816-5C19-4181-A1BB-1C48BF35D48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9AE570-D83B-40F0-B2E5-EC8E3A5CC81B}">
      <dgm:prSet/>
      <dgm:spPr/>
      <dgm:t>
        <a:bodyPr/>
        <a:lstStyle/>
        <a:p>
          <a:r>
            <a:rPr lang="it-IT"/>
            <a:t>TypeScript (.ts): logica del componente</a:t>
          </a:r>
          <a:endParaRPr lang="en-US"/>
        </a:p>
      </dgm:t>
    </dgm:pt>
    <dgm:pt modelId="{E926DCEC-2D2C-4A6F-BF61-A4322394D8FE}" type="parTrans" cxnId="{437D97C2-0DF6-4B03-9A1C-97932372EDA9}">
      <dgm:prSet/>
      <dgm:spPr/>
      <dgm:t>
        <a:bodyPr/>
        <a:lstStyle/>
        <a:p>
          <a:endParaRPr lang="en-US"/>
        </a:p>
      </dgm:t>
    </dgm:pt>
    <dgm:pt modelId="{598A9BBC-17D2-43FF-B782-C73C46D8346A}" type="sibTrans" cxnId="{437D97C2-0DF6-4B03-9A1C-97932372EDA9}">
      <dgm:prSet/>
      <dgm:spPr/>
      <dgm:t>
        <a:bodyPr/>
        <a:lstStyle/>
        <a:p>
          <a:endParaRPr lang="en-US"/>
        </a:p>
      </dgm:t>
    </dgm:pt>
    <dgm:pt modelId="{69C5AE2E-6B7E-4E35-A4C9-56776B7AA4DC}">
      <dgm:prSet/>
      <dgm:spPr/>
      <dgm:t>
        <a:bodyPr/>
        <a:lstStyle/>
        <a:p>
          <a:r>
            <a:rPr lang="it-IT"/>
            <a:t>Template HTML (.html): interfaccia utente</a:t>
          </a:r>
          <a:endParaRPr lang="en-US"/>
        </a:p>
      </dgm:t>
    </dgm:pt>
    <dgm:pt modelId="{DA404023-248C-4124-8570-70D5CCDE2BB4}" type="parTrans" cxnId="{B3A6EF5E-40CA-4825-AB47-13094C23228D}">
      <dgm:prSet/>
      <dgm:spPr/>
      <dgm:t>
        <a:bodyPr/>
        <a:lstStyle/>
        <a:p>
          <a:endParaRPr lang="en-US"/>
        </a:p>
      </dgm:t>
    </dgm:pt>
    <dgm:pt modelId="{139121D0-9145-40F3-8AF4-DF23C142179B}" type="sibTrans" cxnId="{B3A6EF5E-40CA-4825-AB47-13094C23228D}">
      <dgm:prSet/>
      <dgm:spPr/>
      <dgm:t>
        <a:bodyPr/>
        <a:lstStyle/>
        <a:p>
          <a:endParaRPr lang="en-US"/>
        </a:p>
      </dgm:t>
    </dgm:pt>
    <dgm:pt modelId="{9E7D07FA-55C9-47E1-ACA5-FA1BA9D048E3}">
      <dgm:prSet/>
      <dgm:spPr/>
      <dgm:t>
        <a:bodyPr/>
        <a:lstStyle/>
        <a:p>
          <a:r>
            <a:rPr lang="it-IT"/>
            <a:t>CSS (.css): stile del componente</a:t>
          </a:r>
          <a:endParaRPr lang="en-US"/>
        </a:p>
      </dgm:t>
    </dgm:pt>
    <dgm:pt modelId="{ED7AA303-7341-449E-A5C7-CD407728F64E}" type="parTrans" cxnId="{6F7286D3-BE7F-4DCD-B484-DADC51998475}">
      <dgm:prSet/>
      <dgm:spPr/>
      <dgm:t>
        <a:bodyPr/>
        <a:lstStyle/>
        <a:p>
          <a:endParaRPr lang="en-US"/>
        </a:p>
      </dgm:t>
    </dgm:pt>
    <dgm:pt modelId="{C5328CBB-8F6F-479C-9241-06A498F67B3A}" type="sibTrans" cxnId="{6F7286D3-BE7F-4DCD-B484-DADC51998475}">
      <dgm:prSet/>
      <dgm:spPr/>
      <dgm:t>
        <a:bodyPr/>
        <a:lstStyle/>
        <a:p>
          <a:endParaRPr lang="en-US"/>
        </a:p>
      </dgm:t>
    </dgm:pt>
    <dgm:pt modelId="{058087D8-BC7A-47F9-AD0D-C987C1B3C1AB}">
      <dgm:prSet/>
      <dgm:spPr/>
      <dgm:t>
        <a:bodyPr/>
        <a:lstStyle/>
        <a:p>
          <a:r>
            <a:rPr lang="it-IT"/>
            <a:t>Decorator @Component: collega file e metadati</a:t>
          </a:r>
          <a:endParaRPr lang="en-US"/>
        </a:p>
      </dgm:t>
    </dgm:pt>
    <dgm:pt modelId="{396ADA13-944C-4838-881F-8251F6D40885}" type="parTrans" cxnId="{4739F9B5-4247-4297-B864-D33D4BC293A3}">
      <dgm:prSet/>
      <dgm:spPr/>
      <dgm:t>
        <a:bodyPr/>
        <a:lstStyle/>
        <a:p>
          <a:endParaRPr lang="en-US"/>
        </a:p>
      </dgm:t>
    </dgm:pt>
    <dgm:pt modelId="{A4F48ED1-AB3E-4C57-B446-5DED17F86822}" type="sibTrans" cxnId="{4739F9B5-4247-4297-B864-D33D4BC293A3}">
      <dgm:prSet/>
      <dgm:spPr/>
      <dgm:t>
        <a:bodyPr/>
        <a:lstStyle/>
        <a:p>
          <a:endParaRPr lang="en-US"/>
        </a:p>
      </dgm:t>
    </dgm:pt>
    <dgm:pt modelId="{1A69D3CD-9BE6-4718-8DCC-267F2A27DB88}" type="pres">
      <dgm:prSet presAssocID="{E1A16816-5C19-4181-A1BB-1C48BF35D483}" presName="linear" presStyleCnt="0">
        <dgm:presLayoutVars>
          <dgm:animLvl val="lvl"/>
          <dgm:resizeHandles val="exact"/>
        </dgm:presLayoutVars>
      </dgm:prSet>
      <dgm:spPr/>
    </dgm:pt>
    <dgm:pt modelId="{324120B0-539E-4866-8A88-C9C46BACD511}" type="pres">
      <dgm:prSet presAssocID="{439AE570-D83B-40F0-B2E5-EC8E3A5CC8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D14FB65-7A02-4F8F-805E-C2E35B69D1CC}" type="pres">
      <dgm:prSet presAssocID="{598A9BBC-17D2-43FF-B782-C73C46D8346A}" presName="spacer" presStyleCnt="0"/>
      <dgm:spPr/>
    </dgm:pt>
    <dgm:pt modelId="{5D8F25E7-8C0B-45CF-9556-B068959C0BA5}" type="pres">
      <dgm:prSet presAssocID="{69C5AE2E-6B7E-4E35-A4C9-56776B7AA4D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9498B43-D9E5-4CDB-AF64-1C681750EE30}" type="pres">
      <dgm:prSet presAssocID="{139121D0-9145-40F3-8AF4-DF23C142179B}" presName="spacer" presStyleCnt="0"/>
      <dgm:spPr/>
    </dgm:pt>
    <dgm:pt modelId="{84160DD9-CC15-4FFB-A9EA-6704E3419191}" type="pres">
      <dgm:prSet presAssocID="{9E7D07FA-55C9-47E1-ACA5-FA1BA9D048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CAD90F9-3FED-4FCC-AC52-621961273B43}" type="pres">
      <dgm:prSet presAssocID="{C5328CBB-8F6F-479C-9241-06A498F67B3A}" presName="spacer" presStyleCnt="0"/>
      <dgm:spPr/>
    </dgm:pt>
    <dgm:pt modelId="{9AA92EB0-29D3-4CC1-8C8B-F54B04DF1A04}" type="pres">
      <dgm:prSet presAssocID="{058087D8-BC7A-47F9-AD0D-C987C1B3C1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A6EF5E-40CA-4825-AB47-13094C23228D}" srcId="{E1A16816-5C19-4181-A1BB-1C48BF35D483}" destId="{69C5AE2E-6B7E-4E35-A4C9-56776B7AA4DC}" srcOrd="1" destOrd="0" parTransId="{DA404023-248C-4124-8570-70D5CCDE2BB4}" sibTransId="{139121D0-9145-40F3-8AF4-DF23C142179B}"/>
    <dgm:cxn modelId="{AB0BAF62-0878-4F26-BE75-85774B1C0BCB}" type="presOf" srcId="{058087D8-BC7A-47F9-AD0D-C987C1B3C1AB}" destId="{9AA92EB0-29D3-4CC1-8C8B-F54B04DF1A04}" srcOrd="0" destOrd="0" presId="urn:microsoft.com/office/officeart/2005/8/layout/vList2"/>
    <dgm:cxn modelId="{DED44449-9CE4-4588-A484-627194316162}" type="presOf" srcId="{69C5AE2E-6B7E-4E35-A4C9-56776B7AA4DC}" destId="{5D8F25E7-8C0B-45CF-9556-B068959C0BA5}" srcOrd="0" destOrd="0" presId="urn:microsoft.com/office/officeart/2005/8/layout/vList2"/>
    <dgm:cxn modelId="{0FAB556D-D7DA-40BA-949A-D49827919E39}" type="presOf" srcId="{E1A16816-5C19-4181-A1BB-1C48BF35D483}" destId="{1A69D3CD-9BE6-4718-8DCC-267F2A27DB88}" srcOrd="0" destOrd="0" presId="urn:microsoft.com/office/officeart/2005/8/layout/vList2"/>
    <dgm:cxn modelId="{9A6778A7-1C27-4797-A4B7-637ED7FABCFC}" type="presOf" srcId="{439AE570-D83B-40F0-B2E5-EC8E3A5CC81B}" destId="{324120B0-539E-4866-8A88-C9C46BACD511}" srcOrd="0" destOrd="0" presId="urn:microsoft.com/office/officeart/2005/8/layout/vList2"/>
    <dgm:cxn modelId="{4739F9B5-4247-4297-B864-D33D4BC293A3}" srcId="{E1A16816-5C19-4181-A1BB-1C48BF35D483}" destId="{058087D8-BC7A-47F9-AD0D-C987C1B3C1AB}" srcOrd="3" destOrd="0" parTransId="{396ADA13-944C-4838-881F-8251F6D40885}" sibTransId="{A4F48ED1-AB3E-4C57-B446-5DED17F86822}"/>
    <dgm:cxn modelId="{437D97C2-0DF6-4B03-9A1C-97932372EDA9}" srcId="{E1A16816-5C19-4181-A1BB-1C48BF35D483}" destId="{439AE570-D83B-40F0-B2E5-EC8E3A5CC81B}" srcOrd="0" destOrd="0" parTransId="{E926DCEC-2D2C-4A6F-BF61-A4322394D8FE}" sibTransId="{598A9BBC-17D2-43FF-B782-C73C46D8346A}"/>
    <dgm:cxn modelId="{6F7286D3-BE7F-4DCD-B484-DADC51998475}" srcId="{E1A16816-5C19-4181-A1BB-1C48BF35D483}" destId="{9E7D07FA-55C9-47E1-ACA5-FA1BA9D048E3}" srcOrd="2" destOrd="0" parTransId="{ED7AA303-7341-449E-A5C7-CD407728F64E}" sibTransId="{C5328CBB-8F6F-479C-9241-06A498F67B3A}"/>
    <dgm:cxn modelId="{2FAB56EF-353A-4DB7-B90C-6BC09B548E83}" type="presOf" srcId="{9E7D07FA-55C9-47E1-ACA5-FA1BA9D048E3}" destId="{84160DD9-CC15-4FFB-A9EA-6704E3419191}" srcOrd="0" destOrd="0" presId="urn:microsoft.com/office/officeart/2005/8/layout/vList2"/>
    <dgm:cxn modelId="{D25CE5D4-94A0-4122-9288-20E446D9034E}" type="presParOf" srcId="{1A69D3CD-9BE6-4718-8DCC-267F2A27DB88}" destId="{324120B0-539E-4866-8A88-C9C46BACD511}" srcOrd="0" destOrd="0" presId="urn:microsoft.com/office/officeart/2005/8/layout/vList2"/>
    <dgm:cxn modelId="{8FAE052F-EAEB-4788-9275-8FDE9848635F}" type="presParOf" srcId="{1A69D3CD-9BE6-4718-8DCC-267F2A27DB88}" destId="{BD14FB65-7A02-4F8F-805E-C2E35B69D1CC}" srcOrd="1" destOrd="0" presId="urn:microsoft.com/office/officeart/2005/8/layout/vList2"/>
    <dgm:cxn modelId="{059ADE60-DFDF-4CD3-A129-D6C4E5F11B66}" type="presParOf" srcId="{1A69D3CD-9BE6-4718-8DCC-267F2A27DB88}" destId="{5D8F25E7-8C0B-45CF-9556-B068959C0BA5}" srcOrd="2" destOrd="0" presId="urn:microsoft.com/office/officeart/2005/8/layout/vList2"/>
    <dgm:cxn modelId="{BBCE756A-20C3-4239-82AC-EE50BE504E0E}" type="presParOf" srcId="{1A69D3CD-9BE6-4718-8DCC-267F2A27DB88}" destId="{19498B43-D9E5-4CDB-AF64-1C681750EE30}" srcOrd="3" destOrd="0" presId="urn:microsoft.com/office/officeart/2005/8/layout/vList2"/>
    <dgm:cxn modelId="{CAF9A262-B7A9-4A69-B8DC-CAB885315AF0}" type="presParOf" srcId="{1A69D3CD-9BE6-4718-8DCC-267F2A27DB88}" destId="{84160DD9-CC15-4FFB-A9EA-6704E3419191}" srcOrd="4" destOrd="0" presId="urn:microsoft.com/office/officeart/2005/8/layout/vList2"/>
    <dgm:cxn modelId="{BF05BE54-A94D-4DA4-B944-2C98FD2EAE76}" type="presParOf" srcId="{1A69D3CD-9BE6-4718-8DCC-267F2A27DB88}" destId="{DCAD90F9-3FED-4FCC-AC52-621961273B43}" srcOrd="5" destOrd="0" presId="urn:microsoft.com/office/officeart/2005/8/layout/vList2"/>
    <dgm:cxn modelId="{76CC22D6-76C6-41E8-9142-89FCF4FE612A}" type="presParOf" srcId="{1A69D3CD-9BE6-4718-8DCC-267F2A27DB88}" destId="{9AA92EB0-29D3-4CC1-8C8B-F54B04DF1A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2B5A6F-17F8-40B3-BDDD-9A79B302C7AC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C4CA422-B9FF-45E9-BF6B-85D1AEE3DE42}">
      <dgm:prSet/>
      <dgm:spPr/>
      <dgm:t>
        <a:bodyPr/>
        <a:lstStyle/>
        <a:p>
          <a:r>
            <a:rPr lang="it-IT"/>
            <a:t>@Component è una funzione che definisce metadati del componente</a:t>
          </a:r>
          <a:endParaRPr lang="en-US"/>
        </a:p>
      </dgm:t>
    </dgm:pt>
    <dgm:pt modelId="{1FF83518-2533-4FFF-AE8B-B03479F9C407}" type="parTrans" cxnId="{002D9FCB-DE80-41C5-9252-1B7C562614AD}">
      <dgm:prSet/>
      <dgm:spPr/>
      <dgm:t>
        <a:bodyPr/>
        <a:lstStyle/>
        <a:p>
          <a:endParaRPr lang="en-US"/>
        </a:p>
      </dgm:t>
    </dgm:pt>
    <dgm:pt modelId="{95943B9F-813A-4D3B-BD2C-702AA32AE8C9}" type="sibTrans" cxnId="{002D9FCB-DE80-41C5-9252-1B7C562614AD}">
      <dgm:prSet/>
      <dgm:spPr/>
      <dgm:t>
        <a:bodyPr/>
        <a:lstStyle/>
        <a:p>
          <a:endParaRPr lang="en-US"/>
        </a:p>
      </dgm:t>
    </dgm:pt>
    <dgm:pt modelId="{8952A813-1075-4DB4-BB72-91515571EFDC}">
      <dgm:prSet/>
      <dgm:spPr/>
      <dgm:t>
        <a:bodyPr/>
        <a:lstStyle/>
        <a:p>
          <a:r>
            <a:rPr lang="it-IT"/>
            <a:t>Contiene selector, templateUrl, styleUrls</a:t>
          </a:r>
          <a:endParaRPr lang="en-US"/>
        </a:p>
      </dgm:t>
    </dgm:pt>
    <dgm:pt modelId="{6D94AEA8-1864-4D7B-8BF6-E5073F6E0ACF}" type="parTrans" cxnId="{20FDF930-AD25-4C6E-8253-7624947AE990}">
      <dgm:prSet/>
      <dgm:spPr/>
      <dgm:t>
        <a:bodyPr/>
        <a:lstStyle/>
        <a:p>
          <a:endParaRPr lang="en-US"/>
        </a:p>
      </dgm:t>
    </dgm:pt>
    <dgm:pt modelId="{77F7CFD1-9E56-4DDF-B9BA-F60C1A5BA32A}" type="sibTrans" cxnId="{20FDF930-AD25-4C6E-8253-7624947AE990}">
      <dgm:prSet/>
      <dgm:spPr/>
      <dgm:t>
        <a:bodyPr/>
        <a:lstStyle/>
        <a:p>
          <a:endParaRPr lang="en-US"/>
        </a:p>
      </dgm:t>
    </dgm:pt>
    <dgm:pt modelId="{55B06DD9-98D6-40C8-859C-B3BBD722249E}">
      <dgm:prSet/>
      <dgm:spPr/>
      <dgm:t>
        <a:bodyPr/>
        <a:lstStyle/>
        <a:p>
          <a:r>
            <a:rPr lang="it-IT"/>
            <a:t>Usato per informare Angular su come usare il componente</a:t>
          </a:r>
          <a:endParaRPr lang="en-US"/>
        </a:p>
      </dgm:t>
    </dgm:pt>
    <dgm:pt modelId="{3774EFE6-168D-4B93-B14F-998C354C24A3}" type="parTrans" cxnId="{B3528BED-33EE-4BD4-BA7C-34F094DAF811}">
      <dgm:prSet/>
      <dgm:spPr/>
      <dgm:t>
        <a:bodyPr/>
        <a:lstStyle/>
        <a:p>
          <a:endParaRPr lang="en-US"/>
        </a:p>
      </dgm:t>
    </dgm:pt>
    <dgm:pt modelId="{04AADD63-C526-48A5-AEAF-1685411EBF5C}" type="sibTrans" cxnId="{B3528BED-33EE-4BD4-BA7C-34F094DAF811}">
      <dgm:prSet/>
      <dgm:spPr/>
      <dgm:t>
        <a:bodyPr/>
        <a:lstStyle/>
        <a:p>
          <a:endParaRPr lang="en-US"/>
        </a:p>
      </dgm:t>
    </dgm:pt>
    <dgm:pt modelId="{A2460E71-17CC-4893-ACA9-3EB7E7425466}" type="pres">
      <dgm:prSet presAssocID="{0C2B5A6F-17F8-40B3-BDDD-9A79B302C7AC}" presName="Name0" presStyleCnt="0">
        <dgm:presLayoutVars>
          <dgm:dir/>
          <dgm:animLvl val="lvl"/>
          <dgm:resizeHandles val="exact"/>
        </dgm:presLayoutVars>
      </dgm:prSet>
      <dgm:spPr/>
    </dgm:pt>
    <dgm:pt modelId="{93151CC3-888D-41ED-B8B9-B54B8BAB694B}" type="pres">
      <dgm:prSet presAssocID="{55B06DD9-98D6-40C8-859C-B3BBD722249E}" presName="boxAndChildren" presStyleCnt="0"/>
      <dgm:spPr/>
    </dgm:pt>
    <dgm:pt modelId="{CBA7E3D1-83D7-4993-9A68-86FFADCEDB43}" type="pres">
      <dgm:prSet presAssocID="{55B06DD9-98D6-40C8-859C-B3BBD722249E}" presName="parentTextBox" presStyleLbl="node1" presStyleIdx="0" presStyleCnt="3"/>
      <dgm:spPr/>
    </dgm:pt>
    <dgm:pt modelId="{760E989C-D2C0-443C-9321-5D6CFAB03781}" type="pres">
      <dgm:prSet presAssocID="{77F7CFD1-9E56-4DDF-B9BA-F60C1A5BA32A}" presName="sp" presStyleCnt="0"/>
      <dgm:spPr/>
    </dgm:pt>
    <dgm:pt modelId="{2BD8C8E6-39B5-4608-BB96-1E2AE77870A4}" type="pres">
      <dgm:prSet presAssocID="{8952A813-1075-4DB4-BB72-91515571EFDC}" presName="arrowAndChildren" presStyleCnt="0"/>
      <dgm:spPr/>
    </dgm:pt>
    <dgm:pt modelId="{7193F56D-5597-4F4D-A155-CC8C1A67ABC5}" type="pres">
      <dgm:prSet presAssocID="{8952A813-1075-4DB4-BB72-91515571EFDC}" presName="parentTextArrow" presStyleLbl="node1" presStyleIdx="1" presStyleCnt="3"/>
      <dgm:spPr/>
    </dgm:pt>
    <dgm:pt modelId="{1E11A0A1-C2DD-4424-A0F7-797A9AD07EB3}" type="pres">
      <dgm:prSet presAssocID="{95943B9F-813A-4D3B-BD2C-702AA32AE8C9}" presName="sp" presStyleCnt="0"/>
      <dgm:spPr/>
    </dgm:pt>
    <dgm:pt modelId="{E1A878BA-14B9-470F-A427-D22EE4505DAA}" type="pres">
      <dgm:prSet presAssocID="{3C4CA422-B9FF-45E9-BF6B-85D1AEE3DE42}" presName="arrowAndChildren" presStyleCnt="0"/>
      <dgm:spPr/>
    </dgm:pt>
    <dgm:pt modelId="{F5261918-38CF-4ECB-88C8-582BD0DBFE1B}" type="pres">
      <dgm:prSet presAssocID="{3C4CA422-B9FF-45E9-BF6B-85D1AEE3DE42}" presName="parentTextArrow" presStyleLbl="node1" presStyleIdx="2" presStyleCnt="3"/>
      <dgm:spPr/>
    </dgm:pt>
  </dgm:ptLst>
  <dgm:cxnLst>
    <dgm:cxn modelId="{20FDF930-AD25-4C6E-8253-7624947AE990}" srcId="{0C2B5A6F-17F8-40B3-BDDD-9A79B302C7AC}" destId="{8952A813-1075-4DB4-BB72-91515571EFDC}" srcOrd="1" destOrd="0" parTransId="{6D94AEA8-1864-4D7B-8BF6-E5073F6E0ACF}" sibTransId="{77F7CFD1-9E56-4DDF-B9BA-F60C1A5BA32A}"/>
    <dgm:cxn modelId="{27D93C34-9451-4E71-8801-E168912E265C}" type="presOf" srcId="{55B06DD9-98D6-40C8-859C-B3BBD722249E}" destId="{CBA7E3D1-83D7-4993-9A68-86FFADCEDB43}" srcOrd="0" destOrd="0" presId="urn:microsoft.com/office/officeart/2005/8/layout/process4"/>
    <dgm:cxn modelId="{A674EB6A-3413-4170-A5FA-E9A057A87541}" type="presOf" srcId="{8952A813-1075-4DB4-BB72-91515571EFDC}" destId="{7193F56D-5597-4F4D-A155-CC8C1A67ABC5}" srcOrd="0" destOrd="0" presId="urn:microsoft.com/office/officeart/2005/8/layout/process4"/>
    <dgm:cxn modelId="{41D8A24C-A62A-41BE-9694-BB0593010A8F}" type="presOf" srcId="{0C2B5A6F-17F8-40B3-BDDD-9A79B302C7AC}" destId="{A2460E71-17CC-4893-ACA9-3EB7E7425466}" srcOrd="0" destOrd="0" presId="urn:microsoft.com/office/officeart/2005/8/layout/process4"/>
    <dgm:cxn modelId="{FD35D8C7-2730-4B3E-BAE3-E18E2B23BDD4}" type="presOf" srcId="{3C4CA422-B9FF-45E9-BF6B-85D1AEE3DE42}" destId="{F5261918-38CF-4ECB-88C8-582BD0DBFE1B}" srcOrd="0" destOrd="0" presId="urn:microsoft.com/office/officeart/2005/8/layout/process4"/>
    <dgm:cxn modelId="{002D9FCB-DE80-41C5-9252-1B7C562614AD}" srcId="{0C2B5A6F-17F8-40B3-BDDD-9A79B302C7AC}" destId="{3C4CA422-B9FF-45E9-BF6B-85D1AEE3DE42}" srcOrd="0" destOrd="0" parTransId="{1FF83518-2533-4FFF-AE8B-B03479F9C407}" sibTransId="{95943B9F-813A-4D3B-BD2C-702AA32AE8C9}"/>
    <dgm:cxn modelId="{B3528BED-33EE-4BD4-BA7C-34F094DAF811}" srcId="{0C2B5A6F-17F8-40B3-BDDD-9A79B302C7AC}" destId="{55B06DD9-98D6-40C8-859C-B3BBD722249E}" srcOrd="2" destOrd="0" parTransId="{3774EFE6-168D-4B93-B14F-998C354C24A3}" sibTransId="{04AADD63-C526-48A5-AEAF-1685411EBF5C}"/>
    <dgm:cxn modelId="{2F7CFD6D-DA0B-471B-981E-CCA671DCBDFD}" type="presParOf" srcId="{A2460E71-17CC-4893-ACA9-3EB7E7425466}" destId="{93151CC3-888D-41ED-B8B9-B54B8BAB694B}" srcOrd="0" destOrd="0" presId="urn:microsoft.com/office/officeart/2005/8/layout/process4"/>
    <dgm:cxn modelId="{A42DC8CA-4294-450A-BF8B-C6DE9799DAD4}" type="presParOf" srcId="{93151CC3-888D-41ED-B8B9-B54B8BAB694B}" destId="{CBA7E3D1-83D7-4993-9A68-86FFADCEDB43}" srcOrd="0" destOrd="0" presId="urn:microsoft.com/office/officeart/2005/8/layout/process4"/>
    <dgm:cxn modelId="{2D71FECE-2132-4078-B559-CB13D18CFB41}" type="presParOf" srcId="{A2460E71-17CC-4893-ACA9-3EB7E7425466}" destId="{760E989C-D2C0-443C-9321-5D6CFAB03781}" srcOrd="1" destOrd="0" presId="urn:microsoft.com/office/officeart/2005/8/layout/process4"/>
    <dgm:cxn modelId="{E28AE6E4-4D35-4010-8989-57E754150CD4}" type="presParOf" srcId="{A2460E71-17CC-4893-ACA9-3EB7E7425466}" destId="{2BD8C8E6-39B5-4608-BB96-1E2AE77870A4}" srcOrd="2" destOrd="0" presId="urn:microsoft.com/office/officeart/2005/8/layout/process4"/>
    <dgm:cxn modelId="{3E9F9B62-6EC0-4622-8635-9E4B6E755C98}" type="presParOf" srcId="{2BD8C8E6-39B5-4608-BB96-1E2AE77870A4}" destId="{7193F56D-5597-4F4D-A155-CC8C1A67ABC5}" srcOrd="0" destOrd="0" presId="urn:microsoft.com/office/officeart/2005/8/layout/process4"/>
    <dgm:cxn modelId="{FB89E84E-4659-446E-A7BE-39BA302770D9}" type="presParOf" srcId="{A2460E71-17CC-4893-ACA9-3EB7E7425466}" destId="{1E11A0A1-C2DD-4424-A0F7-797A9AD07EB3}" srcOrd="3" destOrd="0" presId="urn:microsoft.com/office/officeart/2005/8/layout/process4"/>
    <dgm:cxn modelId="{9C017D71-8335-4EC1-B23B-BADF76D2FCFB}" type="presParOf" srcId="{A2460E71-17CC-4893-ACA9-3EB7E7425466}" destId="{E1A878BA-14B9-470F-A427-D22EE4505DAA}" srcOrd="4" destOrd="0" presId="urn:microsoft.com/office/officeart/2005/8/layout/process4"/>
    <dgm:cxn modelId="{9EFE1442-7FA2-4360-BF4D-131B585258F1}" type="presParOf" srcId="{E1A878BA-14B9-470F-A427-D22EE4505DAA}" destId="{F5261918-38CF-4ECB-88C8-582BD0DBFE1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0D11CD-CF23-412F-92EA-2874E7789692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13616FA-3AA0-40B1-BD22-D4691206F2A5}">
      <dgm:prSet/>
      <dgm:spPr/>
      <dgm:t>
        <a:bodyPr/>
        <a:lstStyle/>
        <a:p>
          <a:r>
            <a:rPr lang="it-IT"/>
            <a:t>Interpolazione: {{ variabile }} nel template HTML</a:t>
          </a:r>
          <a:endParaRPr lang="en-US"/>
        </a:p>
      </dgm:t>
    </dgm:pt>
    <dgm:pt modelId="{98EB2034-9EBA-4996-BD70-7C59908D3877}" type="parTrans" cxnId="{4FE8BB89-0F61-4B44-9C2D-D5E3AD212575}">
      <dgm:prSet/>
      <dgm:spPr/>
      <dgm:t>
        <a:bodyPr/>
        <a:lstStyle/>
        <a:p>
          <a:endParaRPr lang="en-US"/>
        </a:p>
      </dgm:t>
    </dgm:pt>
    <dgm:pt modelId="{FF698B18-621B-4B47-8A61-77CA01A4BB4B}" type="sibTrans" cxnId="{4FE8BB89-0F61-4B44-9C2D-D5E3AD212575}">
      <dgm:prSet/>
      <dgm:spPr/>
      <dgm:t>
        <a:bodyPr/>
        <a:lstStyle/>
        <a:p>
          <a:endParaRPr lang="en-US"/>
        </a:p>
      </dgm:t>
    </dgm:pt>
    <dgm:pt modelId="{75FAFBB2-BE27-4849-BB9D-B721D00BC5ED}">
      <dgm:prSet/>
      <dgm:spPr/>
      <dgm:t>
        <a:bodyPr/>
        <a:lstStyle/>
        <a:p>
          <a:r>
            <a:rPr lang="it-IT"/>
            <a:t>Permette di mostrare dati dalla classe nel DOM</a:t>
          </a:r>
          <a:endParaRPr lang="en-US"/>
        </a:p>
      </dgm:t>
    </dgm:pt>
    <dgm:pt modelId="{6686A3D7-06C3-43F5-BE25-FC8B10741BEF}" type="parTrans" cxnId="{A3C81682-D493-4DB7-BE90-A0C757E87B1F}">
      <dgm:prSet/>
      <dgm:spPr/>
      <dgm:t>
        <a:bodyPr/>
        <a:lstStyle/>
        <a:p>
          <a:endParaRPr lang="en-US"/>
        </a:p>
      </dgm:t>
    </dgm:pt>
    <dgm:pt modelId="{035D8C65-8FE3-45D7-A07D-311E7782DAD7}" type="sibTrans" cxnId="{A3C81682-D493-4DB7-BE90-A0C757E87B1F}">
      <dgm:prSet/>
      <dgm:spPr/>
      <dgm:t>
        <a:bodyPr/>
        <a:lstStyle/>
        <a:p>
          <a:endParaRPr lang="en-US"/>
        </a:p>
      </dgm:t>
    </dgm:pt>
    <dgm:pt modelId="{74D64702-0276-46E6-BA69-C18A8154E2F5}">
      <dgm:prSet/>
      <dgm:spPr/>
      <dgm:t>
        <a:bodyPr/>
        <a:lstStyle/>
        <a:p>
          <a:r>
            <a:rPr lang="it-IT"/>
            <a:t>Unidirezionale: dal componente alla vista</a:t>
          </a:r>
          <a:endParaRPr lang="en-US"/>
        </a:p>
      </dgm:t>
    </dgm:pt>
    <dgm:pt modelId="{868CFF29-F0E2-440C-BCEA-0D362A036989}" type="parTrans" cxnId="{9F70535C-1404-41BB-ABEC-C6B8CE8442CE}">
      <dgm:prSet/>
      <dgm:spPr/>
      <dgm:t>
        <a:bodyPr/>
        <a:lstStyle/>
        <a:p>
          <a:endParaRPr lang="en-US"/>
        </a:p>
      </dgm:t>
    </dgm:pt>
    <dgm:pt modelId="{64ABC2EA-DC83-434F-B266-59FF171073EB}" type="sibTrans" cxnId="{9F70535C-1404-41BB-ABEC-C6B8CE8442CE}">
      <dgm:prSet/>
      <dgm:spPr/>
      <dgm:t>
        <a:bodyPr/>
        <a:lstStyle/>
        <a:p>
          <a:endParaRPr lang="en-US"/>
        </a:p>
      </dgm:t>
    </dgm:pt>
    <dgm:pt modelId="{54E8A05D-EBBA-4659-A194-33B3766C4C82}" type="pres">
      <dgm:prSet presAssocID="{4D0D11CD-CF23-412F-92EA-2874E7789692}" presName="Name0" presStyleCnt="0">
        <dgm:presLayoutVars>
          <dgm:dir/>
          <dgm:animLvl val="lvl"/>
          <dgm:resizeHandles val="exact"/>
        </dgm:presLayoutVars>
      </dgm:prSet>
      <dgm:spPr/>
    </dgm:pt>
    <dgm:pt modelId="{86B9DE13-3B83-4BDC-BA2E-BDB6FD9360F2}" type="pres">
      <dgm:prSet presAssocID="{74D64702-0276-46E6-BA69-C18A8154E2F5}" presName="boxAndChildren" presStyleCnt="0"/>
      <dgm:spPr/>
    </dgm:pt>
    <dgm:pt modelId="{911FEE7F-AAEA-4FC8-A7A4-125BF24F8526}" type="pres">
      <dgm:prSet presAssocID="{74D64702-0276-46E6-BA69-C18A8154E2F5}" presName="parentTextBox" presStyleLbl="node1" presStyleIdx="0" presStyleCnt="3"/>
      <dgm:spPr/>
    </dgm:pt>
    <dgm:pt modelId="{C8305417-F599-4636-8805-4B0DAFF157DA}" type="pres">
      <dgm:prSet presAssocID="{035D8C65-8FE3-45D7-A07D-311E7782DAD7}" presName="sp" presStyleCnt="0"/>
      <dgm:spPr/>
    </dgm:pt>
    <dgm:pt modelId="{328E43E0-7C28-4153-B080-70E8EE9618D8}" type="pres">
      <dgm:prSet presAssocID="{75FAFBB2-BE27-4849-BB9D-B721D00BC5ED}" presName="arrowAndChildren" presStyleCnt="0"/>
      <dgm:spPr/>
    </dgm:pt>
    <dgm:pt modelId="{78E684A3-7485-433B-8659-3487B2C43D03}" type="pres">
      <dgm:prSet presAssocID="{75FAFBB2-BE27-4849-BB9D-B721D00BC5ED}" presName="parentTextArrow" presStyleLbl="node1" presStyleIdx="1" presStyleCnt="3"/>
      <dgm:spPr/>
    </dgm:pt>
    <dgm:pt modelId="{F3FCBE47-07EC-4A74-B6B3-1F0FF804A7C3}" type="pres">
      <dgm:prSet presAssocID="{FF698B18-621B-4B47-8A61-77CA01A4BB4B}" presName="sp" presStyleCnt="0"/>
      <dgm:spPr/>
    </dgm:pt>
    <dgm:pt modelId="{7D9C0B00-702B-44FD-BB52-687791065C95}" type="pres">
      <dgm:prSet presAssocID="{713616FA-3AA0-40B1-BD22-D4691206F2A5}" presName="arrowAndChildren" presStyleCnt="0"/>
      <dgm:spPr/>
    </dgm:pt>
    <dgm:pt modelId="{62608919-33E8-4620-9A84-021EA82944FE}" type="pres">
      <dgm:prSet presAssocID="{713616FA-3AA0-40B1-BD22-D4691206F2A5}" presName="parentTextArrow" presStyleLbl="node1" presStyleIdx="2" presStyleCnt="3"/>
      <dgm:spPr/>
    </dgm:pt>
  </dgm:ptLst>
  <dgm:cxnLst>
    <dgm:cxn modelId="{9F70535C-1404-41BB-ABEC-C6B8CE8442CE}" srcId="{4D0D11CD-CF23-412F-92EA-2874E7789692}" destId="{74D64702-0276-46E6-BA69-C18A8154E2F5}" srcOrd="2" destOrd="0" parTransId="{868CFF29-F0E2-440C-BCEA-0D362A036989}" sibTransId="{64ABC2EA-DC83-434F-B266-59FF171073EB}"/>
    <dgm:cxn modelId="{A3C81682-D493-4DB7-BE90-A0C757E87B1F}" srcId="{4D0D11CD-CF23-412F-92EA-2874E7789692}" destId="{75FAFBB2-BE27-4849-BB9D-B721D00BC5ED}" srcOrd="1" destOrd="0" parTransId="{6686A3D7-06C3-43F5-BE25-FC8B10741BEF}" sibTransId="{035D8C65-8FE3-45D7-A07D-311E7782DAD7}"/>
    <dgm:cxn modelId="{4FE8BB89-0F61-4B44-9C2D-D5E3AD212575}" srcId="{4D0D11CD-CF23-412F-92EA-2874E7789692}" destId="{713616FA-3AA0-40B1-BD22-D4691206F2A5}" srcOrd="0" destOrd="0" parTransId="{98EB2034-9EBA-4996-BD70-7C59908D3877}" sibTransId="{FF698B18-621B-4B47-8A61-77CA01A4BB4B}"/>
    <dgm:cxn modelId="{9610CA95-879C-49F1-9A8F-5DD51517D508}" type="presOf" srcId="{4D0D11CD-CF23-412F-92EA-2874E7789692}" destId="{54E8A05D-EBBA-4659-A194-33B3766C4C82}" srcOrd="0" destOrd="0" presId="urn:microsoft.com/office/officeart/2005/8/layout/process4"/>
    <dgm:cxn modelId="{A7DCBDB2-7AE8-4C2A-86F1-FC323F935C00}" type="presOf" srcId="{75FAFBB2-BE27-4849-BB9D-B721D00BC5ED}" destId="{78E684A3-7485-433B-8659-3487B2C43D03}" srcOrd="0" destOrd="0" presId="urn:microsoft.com/office/officeart/2005/8/layout/process4"/>
    <dgm:cxn modelId="{AC97CFC0-DFEE-4D77-A33E-947A6A9DE0A7}" type="presOf" srcId="{74D64702-0276-46E6-BA69-C18A8154E2F5}" destId="{911FEE7F-AAEA-4FC8-A7A4-125BF24F8526}" srcOrd="0" destOrd="0" presId="urn:microsoft.com/office/officeart/2005/8/layout/process4"/>
    <dgm:cxn modelId="{F2BB67FD-26C5-4A96-8774-8A07D0679114}" type="presOf" srcId="{713616FA-3AA0-40B1-BD22-D4691206F2A5}" destId="{62608919-33E8-4620-9A84-021EA82944FE}" srcOrd="0" destOrd="0" presId="urn:microsoft.com/office/officeart/2005/8/layout/process4"/>
    <dgm:cxn modelId="{8414C457-6D54-489B-8672-B7E69C29D7CE}" type="presParOf" srcId="{54E8A05D-EBBA-4659-A194-33B3766C4C82}" destId="{86B9DE13-3B83-4BDC-BA2E-BDB6FD9360F2}" srcOrd="0" destOrd="0" presId="urn:microsoft.com/office/officeart/2005/8/layout/process4"/>
    <dgm:cxn modelId="{A9894CA3-048C-4827-AEED-415C2C66DF67}" type="presParOf" srcId="{86B9DE13-3B83-4BDC-BA2E-BDB6FD9360F2}" destId="{911FEE7F-AAEA-4FC8-A7A4-125BF24F8526}" srcOrd="0" destOrd="0" presId="urn:microsoft.com/office/officeart/2005/8/layout/process4"/>
    <dgm:cxn modelId="{92BD7F14-779D-44F8-873E-54637830AB75}" type="presParOf" srcId="{54E8A05D-EBBA-4659-A194-33B3766C4C82}" destId="{C8305417-F599-4636-8805-4B0DAFF157DA}" srcOrd="1" destOrd="0" presId="urn:microsoft.com/office/officeart/2005/8/layout/process4"/>
    <dgm:cxn modelId="{FA24396D-B81E-4644-B6F8-840F932233E9}" type="presParOf" srcId="{54E8A05D-EBBA-4659-A194-33B3766C4C82}" destId="{328E43E0-7C28-4153-B080-70E8EE9618D8}" srcOrd="2" destOrd="0" presId="urn:microsoft.com/office/officeart/2005/8/layout/process4"/>
    <dgm:cxn modelId="{176F828D-ACF0-4DF9-8D86-B7AAD22F9A61}" type="presParOf" srcId="{328E43E0-7C28-4153-B080-70E8EE9618D8}" destId="{78E684A3-7485-433B-8659-3487B2C43D03}" srcOrd="0" destOrd="0" presId="urn:microsoft.com/office/officeart/2005/8/layout/process4"/>
    <dgm:cxn modelId="{6B6F4E6A-637D-49AB-8830-A8A718195DEC}" type="presParOf" srcId="{54E8A05D-EBBA-4659-A194-33B3766C4C82}" destId="{F3FCBE47-07EC-4A74-B6B3-1F0FF804A7C3}" srcOrd="3" destOrd="0" presId="urn:microsoft.com/office/officeart/2005/8/layout/process4"/>
    <dgm:cxn modelId="{C2F4BB5C-9146-4166-815F-F913BFF1BDE0}" type="presParOf" srcId="{54E8A05D-EBBA-4659-A194-33B3766C4C82}" destId="{7D9C0B00-702B-44FD-BB52-687791065C95}" srcOrd="4" destOrd="0" presId="urn:microsoft.com/office/officeart/2005/8/layout/process4"/>
    <dgm:cxn modelId="{D5B03074-867A-44EF-9226-32E9E929B010}" type="presParOf" srcId="{7D9C0B00-702B-44FD-BB52-687791065C95}" destId="{62608919-33E8-4620-9A84-021EA82944F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CB8FB2B-7DB7-4643-A59C-9CC0CDEAE45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C4608AB-85A7-44F2-9F10-84888BD56319}">
      <dgm:prSet/>
      <dgm:spPr/>
      <dgm:t>
        <a:bodyPr/>
        <a:lstStyle/>
        <a:p>
          <a:pPr>
            <a:defRPr cap="all"/>
          </a:pPr>
          <a:r>
            <a:rPr lang="it-IT"/>
            <a:t>Comando: ng generate component nome-componente</a:t>
          </a:r>
          <a:endParaRPr lang="en-US"/>
        </a:p>
      </dgm:t>
    </dgm:pt>
    <dgm:pt modelId="{485ABB42-2511-4D30-8CDA-01A52467B51B}" type="parTrans" cxnId="{5D72CEDA-67B4-42DF-B257-BFBB34C438D7}">
      <dgm:prSet/>
      <dgm:spPr/>
      <dgm:t>
        <a:bodyPr/>
        <a:lstStyle/>
        <a:p>
          <a:endParaRPr lang="en-US"/>
        </a:p>
      </dgm:t>
    </dgm:pt>
    <dgm:pt modelId="{2DAB6154-B3AE-42C3-94A2-F52B990FE487}" type="sibTrans" cxnId="{5D72CEDA-67B4-42DF-B257-BFBB34C438D7}">
      <dgm:prSet/>
      <dgm:spPr/>
      <dgm:t>
        <a:bodyPr/>
        <a:lstStyle/>
        <a:p>
          <a:endParaRPr lang="en-US"/>
        </a:p>
      </dgm:t>
    </dgm:pt>
    <dgm:pt modelId="{10E2C26A-6B1E-42C8-A54C-A68E6221A1F5}">
      <dgm:prSet/>
      <dgm:spPr/>
      <dgm:t>
        <a:bodyPr/>
        <a:lstStyle/>
        <a:p>
          <a:pPr>
            <a:defRPr cap="all"/>
          </a:pPr>
          <a:r>
            <a:rPr lang="it-IT"/>
            <a:t>Crea 4 file: .ts, .html, .css, .spec.ts</a:t>
          </a:r>
          <a:endParaRPr lang="en-US"/>
        </a:p>
      </dgm:t>
    </dgm:pt>
    <dgm:pt modelId="{4D712FDE-F65A-4E1F-BB98-AAFC39DE4CF4}" type="parTrans" cxnId="{2CAF14E9-B5AB-43B1-85EE-19F2D574E620}">
      <dgm:prSet/>
      <dgm:spPr/>
      <dgm:t>
        <a:bodyPr/>
        <a:lstStyle/>
        <a:p>
          <a:endParaRPr lang="en-US"/>
        </a:p>
      </dgm:t>
    </dgm:pt>
    <dgm:pt modelId="{D7B4AA40-E197-4ADD-BD4A-8B9713D8BD8A}" type="sibTrans" cxnId="{2CAF14E9-B5AB-43B1-85EE-19F2D574E620}">
      <dgm:prSet/>
      <dgm:spPr/>
      <dgm:t>
        <a:bodyPr/>
        <a:lstStyle/>
        <a:p>
          <a:endParaRPr lang="en-US"/>
        </a:p>
      </dgm:t>
    </dgm:pt>
    <dgm:pt modelId="{53EFB697-9112-4901-9E77-57948ECD0CEA}">
      <dgm:prSet/>
      <dgm:spPr/>
      <dgm:t>
        <a:bodyPr/>
        <a:lstStyle/>
        <a:p>
          <a:pPr>
            <a:defRPr cap="all"/>
          </a:pPr>
          <a:r>
            <a:rPr lang="it-IT"/>
            <a:t>Aggiunge il componente al modulo app.module.ts</a:t>
          </a:r>
          <a:endParaRPr lang="en-US"/>
        </a:p>
      </dgm:t>
    </dgm:pt>
    <dgm:pt modelId="{1CE6C3BD-45A6-4BD2-BF3A-35A29AEB4370}" type="parTrans" cxnId="{14647CD8-E6BE-46C1-905D-91D4A6478106}">
      <dgm:prSet/>
      <dgm:spPr/>
      <dgm:t>
        <a:bodyPr/>
        <a:lstStyle/>
        <a:p>
          <a:endParaRPr lang="en-US"/>
        </a:p>
      </dgm:t>
    </dgm:pt>
    <dgm:pt modelId="{9386A4C8-B911-4A41-8ECC-63625AC78CAD}" type="sibTrans" cxnId="{14647CD8-E6BE-46C1-905D-91D4A6478106}">
      <dgm:prSet/>
      <dgm:spPr/>
      <dgm:t>
        <a:bodyPr/>
        <a:lstStyle/>
        <a:p>
          <a:endParaRPr lang="en-US"/>
        </a:p>
      </dgm:t>
    </dgm:pt>
    <dgm:pt modelId="{6C66EF72-3BCC-43FD-ACA0-4776106D1159}" type="pres">
      <dgm:prSet presAssocID="{3CB8FB2B-7DB7-4643-A59C-9CC0CDEAE458}" presName="root" presStyleCnt="0">
        <dgm:presLayoutVars>
          <dgm:dir/>
          <dgm:resizeHandles val="exact"/>
        </dgm:presLayoutVars>
      </dgm:prSet>
      <dgm:spPr/>
    </dgm:pt>
    <dgm:pt modelId="{4F3A4A6C-DF22-44EC-B049-DB209BA2D8C0}" type="pres">
      <dgm:prSet presAssocID="{DC4608AB-85A7-44F2-9F10-84888BD56319}" presName="compNode" presStyleCnt="0"/>
      <dgm:spPr/>
    </dgm:pt>
    <dgm:pt modelId="{15AF1B35-C679-45AF-A228-6D6A9E9F3724}" type="pres">
      <dgm:prSet presAssocID="{DC4608AB-85A7-44F2-9F10-84888BD56319}" presName="iconBgRect" presStyleLbl="bgShp" presStyleIdx="0" presStyleCnt="3"/>
      <dgm:spPr/>
    </dgm:pt>
    <dgm:pt modelId="{53EB25F6-0B1F-426C-A8AC-68BE58909D92}" type="pres">
      <dgm:prSet presAssocID="{DC4608AB-85A7-44F2-9F10-84888BD563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1DCBF009-CC86-429E-8060-8AD635D969F2}" type="pres">
      <dgm:prSet presAssocID="{DC4608AB-85A7-44F2-9F10-84888BD56319}" presName="spaceRect" presStyleCnt="0"/>
      <dgm:spPr/>
    </dgm:pt>
    <dgm:pt modelId="{D51CEB0D-6A16-4CE7-8BD0-6A0DD50E41F1}" type="pres">
      <dgm:prSet presAssocID="{DC4608AB-85A7-44F2-9F10-84888BD56319}" presName="textRect" presStyleLbl="revTx" presStyleIdx="0" presStyleCnt="3">
        <dgm:presLayoutVars>
          <dgm:chMax val="1"/>
          <dgm:chPref val="1"/>
        </dgm:presLayoutVars>
      </dgm:prSet>
      <dgm:spPr/>
    </dgm:pt>
    <dgm:pt modelId="{1B18F9D6-BC71-4931-82EB-493084A2620B}" type="pres">
      <dgm:prSet presAssocID="{2DAB6154-B3AE-42C3-94A2-F52B990FE487}" presName="sibTrans" presStyleCnt="0"/>
      <dgm:spPr/>
    </dgm:pt>
    <dgm:pt modelId="{9D435BD7-05EE-4EE8-A0A7-1278303269BB}" type="pres">
      <dgm:prSet presAssocID="{10E2C26A-6B1E-42C8-A54C-A68E6221A1F5}" presName="compNode" presStyleCnt="0"/>
      <dgm:spPr/>
    </dgm:pt>
    <dgm:pt modelId="{4F6A7372-D927-46ED-9410-891826BE8D17}" type="pres">
      <dgm:prSet presAssocID="{10E2C26A-6B1E-42C8-A54C-A68E6221A1F5}" presName="iconBgRect" presStyleLbl="bgShp" presStyleIdx="1" presStyleCnt="3"/>
      <dgm:spPr/>
    </dgm:pt>
    <dgm:pt modelId="{20C9689B-AEC2-4DA8-AB86-78CFDF2EB9B2}" type="pres">
      <dgm:prSet presAssocID="{10E2C26A-6B1E-42C8-A54C-A68E6221A1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2D40C7B-1C7C-4031-AB98-58DC269BA71F}" type="pres">
      <dgm:prSet presAssocID="{10E2C26A-6B1E-42C8-A54C-A68E6221A1F5}" presName="spaceRect" presStyleCnt="0"/>
      <dgm:spPr/>
    </dgm:pt>
    <dgm:pt modelId="{2418255C-98B9-4F90-9492-DE1301E578A3}" type="pres">
      <dgm:prSet presAssocID="{10E2C26A-6B1E-42C8-A54C-A68E6221A1F5}" presName="textRect" presStyleLbl="revTx" presStyleIdx="1" presStyleCnt="3">
        <dgm:presLayoutVars>
          <dgm:chMax val="1"/>
          <dgm:chPref val="1"/>
        </dgm:presLayoutVars>
      </dgm:prSet>
      <dgm:spPr/>
    </dgm:pt>
    <dgm:pt modelId="{8585B561-666F-4FD0-80C0-D0107837EA75}" type="pres">
      <dgm:prSet presAssocID="{D7B4AA40-E197-4ADD-BD4A-8B9713D8BD8A}" presName="sibTrans" presStyleCnt="0"/>
      <dgm:spPr/>
    </dgm:pt>
    <dgm:pt modelId="{A91F1A76-907F-4832-A9AE-D0259C683C67}" type="pres">
      <dgm:prSet presAssocID="{53EFB697-9112-4901-9E77-57948ECD0CEA}" presName="compNode" presStyleCnt="0"/>
      <dgm:spPr/>
    </dgm:pt>
    <dgm:pt modelId="{82239B0B-990E-4932-B59B-5DA596FB0016}" type="pres">
      <dgm:prSet presAssocID="{53EFB697-9112-4901-9E77-57948ECD0CEA}" presName="iconBgRect" presStyleLbl="bgShp" presStyleIdx="2" presStyleCnt="3"/>
      <dgm:spPr/>
    </dgm:pt>
    <dgm:pt modelId="{D6F46062-EA69-413E-8EE0-6F2DE31F0E95}" type="pres">
      <dgm:prSet presAssocID="{53EFB697-9112-4901-9E77-57948ECD0C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giungere"/>
        </a:ext>
      </dgm:extLst>
    </dgm:pt>
    <dgm:pt modelId="{500BD435-4818-456B-B326-466F765D2FF6}" type="pres">
      <dgm:prSet presAssocID="{53EFB697-9112-4901-9E77-57948ECD0CEA}" presName="spaceRect" presStyleCnt="0"/>
      <dgm:spPr/>
    </dgm:pt>
    <dgm:pt modelId="{0C48C036-8741-470D-9CE6-8E66BB341C95}" type="pres">
      <dgm:prSet presAssocID="{53EFB697-9112-4901-9E77-57948ECD0CE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BABAB12-9A65-463F-B006-1CDCCD2EC55D}" type="presOf" srcId="{DC4608AB-85A7-44F2-9F10-84888BD56319}" destId="{D51CEB0D-6A16-4CE7-8BD0-6A0DD50E41F1}" srcOrd="0" destOrd="0" presId="urn:microsoft.com/office/officeart/2018/5/layout/IconCircleLabelList"/>
    <dgm:cxn modelId="{CBDEE012-EF98-4803-BDE6-B910479114CF}" type="presOf" srcId="{53EFB697-9112-4901-9E77-57948ECD0CEA}" destId="{0C48C036-8741-470D-9CE6-8E66BB341C95}" srcOrd="0" destOrd="0" presId="urn:microsoft.com/office/officeart/2018/5/layout/IconCircleLabelList"/>
    <dgm:cxn modelId="{7B41A5CD-5190-4065-A47E-FFEBE6A2153C}" type="presOf" srcId="{10E2C26A-6B1E-42C8-A54C-A68E6221A1F5}" destId="{2418255C-98B9-4F90-9492-DE1301E578A3}" srcOrd="0" destOrd="0" presId="urn:microsoft.com/office/officeart/2018/5/layout/IconCircleLabelList"/>
    <dgm:cxn modelId="{14647CD8-E6BE-46C1-905D-91D4A6478106}" srcId="{3CB8FB2B-7DB7-4643-A59C-9CC0CDEAE458}" destId="{53EFB697-9112-4901-9E77-57948ECD0CEA}" srcOrd="2" destOrd="0" parTransId="{1CE6C3BD-45A6-4BD2-BF3A-35A29AEB4370}" sibTransId="{9386A4C8-B911-4A41-8ECC-63625AC78CAD}"/>
    <dgm:cxn modelId="{5D72CEDA-67B4-42DF-B257-BFBB34C438D7}" srcId="{3CB8FB2B-7DB7-4643-A59C-9CC0CDEAE458}" destId="{DC4608AB-85A7-44F2-9F10-84888BD56319}" srcOrd="0" destOrd="0" parTransId="{485ABB42-2511-4D30-8CDA-01A52467B51B}" sibTransId="{2DAB6154-B3AE-42C3-94A2-F52B990FE487}"/>
    <dgm:cxn modelId="{2CAF14E9-B5AB-43B1-85EE-19F2D574E620}" srcId="{3CB8FB2B-7DB7-4643-A59C-9CC0CDEAE458}" destId="{10E2C26A-6B1E-42C8-A54C-A68E6221A1F5}" srcOrd="1" destOrd="0" parTransId="{4D712FDE-F65A-4E1F-BB98-AAFC39DE4CF4}" sibTransId="{D7B4AA40-E197-4ADD-BD4A-8B9713D8BD8A}"/>
    <dgm:cxn modelId="{E5B01CF7-6CC2-49E4-88C5-F9BE9710BEB3}" type="presOf" srcId="{3CB8FB2B-7DB7-4643-A59C-9CC0CDEAE458}" destId="{6C66EF72-3BCC-43FD-ACA0-4776106D1159}" srcOrd="0" destOrd="0" presId="urn:microsoft.com/office/officeart/2018/5/layout/IconCircleLabelList"/>
    <dgm:cxn modelId="{3C62C49B-EECC-4636-9A77-0E3E59D4A430}" type="presParOf" srcId="{6C66EF72-3BCC-43FD-ACA0-4776106D1159}" destId="{4F3A4A6C-DF22-44EC-B049-DB209BA2D8C0}" srcOrd="0" destOrd="0" presId="urn:microsoft.com/office/officeart/2018/5/layout/IconCircleLabelList"/>
    <dgm:cxn modelId="{89D27524-156D-45DF-91C6-978F6F826657}" type="presParOf" srcId="{4F3A4A6C-DF22-44EC-B049-DB209BA2D8C0}" destId="{15AF1B35-C679-45AF-A228-6D6A9E9F3724}" srcOrd="0" destOrd="0" presId="urn:microsoft.com/office/officeart/2018/5/layout/IconCircleLabelList"/>
    <dgm:cxn modelId="{19CDE14F-307C-4541-9502-A6DE406C86EF}" type="presParOf" srcId="{4F3A4A6C-DF22-44EC-B049-DB209BA2D8C0}" destId="{53EB25F6-0B1F-426C-A8AC-68BE58909D92}" srcOrd="1" destOrd="0" presId="urn:microsoft.com/office/officeart/2018/5/layout/IconCircleLabelList"/>
    <dgm:cxn modelId="{746F8E99-1973-43CD-A794-051985158D54}" type="presParOf" srcId="{4F3A4A6C-DF22-44EC-B049-DB209BA2D8C0}" destId="{1DCBF009-CC86-429E-8060-8AD635D969F2}" srcOrd="2" destOrd="0" presId="urn:microsoft.com/office/officeart/2018/5/layout/IconCircleLabelList"/>
    <dgm:cxn modelId="{2D5BE3F8-2C77-4B4D-996E-99C0A0EF158B}" type="presParOf" srcId="{4F3A4A6C-DF22-44EC-B049-DB209BA2D8C0}" destId="{D51CEB0D-6A16-4CE7-8BD0-6A0DD50E41F1}" srcOrd="3" destOrd="0" presId="urn:microsoft.com/office/officeart/2018/5/layout/IconCircleLabelList"/>
    <dgm:cxn modelId="{CBF3D66F-05D2-4A25-909C-28E217079E65}" type="presParOf" srcId="{6C66EF72-3BCC-43FD-ACA0-4776106D1159}" destId="{1B18F9D6-BC71-4931-82EB-493084A2620B}" srcOrd="1" destOrd="0" presId="urn:microsoft.com/office/officeart/2018/5/layout/IconCircleLabelList"/>
    <dgm:cxn modelId="{A9CC7A10-659A-4C30-B90C-6880E6E81B17}" type="presParOf" srcId="{6C66EF72-3BCC-43FD-ACA0-4776106D1159}" destId="{9D435BD7-05EE-4EE8-A0A7-1278303269BB}" srcOrd="2" destOrd="0" presId="urn:microsoft.com/office/officeart/2018/5/layout/IconCircleLabelList"/>
    <dgm:cxn modelId="{E4E1D57C-CAD2-4B51-99BB-DE96751B4FFB}" type="presParOf" srcId="{9D435BD7-05EE-4EE8-A0A7-1278303269BB}" destId="{4F6A7372-D927-46ED-9410-891826BE8D17}" srcOrd="0" destOrd="0" presId="urn:microsoft.com/office/officeart/2018/5/layout/IconCircleLabelList"/>
    <dgm:cxn modelId="{C523E340-AB08-41D7-BECD-DC5B82404CFD}" type="presParOf" srcId="{9D435BD7-05EE-4EE8-A0A7-1278303269BB}" destId="{20C9689B-AEC2-4DA8-AB86-78CFDF2EB9B2}" srcOrd="1" destOrd="0" presId="urn:microsoft.com/office/officeart/2018/5/layout/IconCircleLabelList"/>
    <dgm:cxn modelId="{6C026262-845B-444D-869B-56A64139F5C6}" type="presParOf" srcId="{9D435BD7-05EE-4EE8-A0A7-1278303269BB}" destId="{62D40C7B-1C7C-4031-AB98-58DC269BA71F}" srcOrd="2" destOrd="0" presId="urn:microsoft.com/office/officeart/2018/5/layout/IconCircleLabelList"/>
    <dgm:cxn modelId="{55F7925F-1362-4CBD-8FA0-8240C2EC9602}" type="presParOf" srcId="{9D435BD7-05EE-4EE8-A0A7-1278303269BB}" destId="{2418255C-98B9-4F90-9492-DE1301E578A3}" srcOrd="3" destOrd="0" presId="urn:microsoft.com/office/officeart/2018/5/layout/IconCircleLabelList"/>
    <dgm:cxn modelId="{3361989F-E178-42E2-BE3A-3D7ED1E52B88}" type="presParOf" srcId="{6C66EF72-3BCC-43FD-ACA0-4776106D1159}" destId="{8585B561-666F-4FD0-80C0-D0107837EA75}" srcOrd="3" destOrd="0" presId="urn:microsoft.com/office/officeart/2018/5/layout/IconCircleLabelList"/>
    <dgm:cxn modelId="{4DC8C541-3779-48B5-8987-C1FAB504DA9E}" type="presParOf" srcId="{6C66EF72-3BCC-43FD-ACA0-4776106D1159}" destId="{A91F1A76-907F-4832-A9AE-D0259C683C67}" srcOrd="4" destOrd="0" presId="urn:microsoft.com/office/officeart/2018/5/layout/IconCircleLabelList"/>
    <dgm:cxn modelId="{1746933E-091E-4F28-9DA8-1291DF51E71D}" type="presParOf" srcId="{A91F1A76-907F-4832-A9AE-D0259C683C67}" destId="{82239B0B-990E-4932-B59B-5DA596FB0016}" srcOrd="0" destOrd="0" presId="urn:microsoft.com/office/officeart/2018/5/layout/IconCircleLabelList"/>
    <dgm:cxn modelId="{A5CBCCE9-2575-44AF-AB3D-85C479EEEF53}" type="presParOf" srcId="{A91F1A76-907F-4832-A9AE-D0259C683C67}" destId="{D6F46062-EA69-413E-8EE0-6F2DE31F0E95}" srcOrd="1" destOrd="0" presId="urn:microsoft.com/office/officeart/2018/5/layout/IconCircleLabelList"/>
    <dgm:cxn modelId="{D50654E2-FFCA-4FE5-9144-BCEE42616BAB}" type="presParOf" srcId="{A91F1A76-907F-4832-A9AE-D0259C683C67}" destId="{500BD435-4818-456B-B326-466F765D2FF6}" srcOrd="2" destOrd="0" presId="urn:microsoft.com/office/officeart/2018/5/layout/IconCircleLabelList"/>
    <dgm:cxn modelId="{4ABFF0ED-042B-48E0-9615-AAB83BF9FECC}" type="presParOf" srcId="{A91F1A76-907F-4832-A9AE-D0259C683C67}" destId="{0C48C036-8741-470D-9CE6-8E66BB341C9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309B0-6EF7-4473-A169-C07207B54321}">
      <dsp:nvSpPr>
        <dsp:cNvPr id="0" name=""/>
        <dsp:cNvSpPr/>
      </dsp:nvSpPr>
      <dsp:spPr>
        <a:xfrm>
          <a:off x="0" y="526484"/>
          <a:ext cx="4690291" cy="1272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200" kern="1200"/>
            <a:t>Unità fondamentale dell'interfaccia in Angular</a:t>
          </a:r>
          <a:endParaRPr lang="en-US" sz="3200" kern="1200"/>
        </a:p>
      </dsp:txBody>
      <dsp:txXfrm>
        <a:off x="62141" y="588625"/>
        <a:ext cx="4566009" cy="1148678"/>
      </dsp:txXfrm>
    </dsp:sp>
    <dsp:sp modelId="{FE59CBA8-CF56-446B-8CDA-C230638A79E1}">
      <dsp:nvSpPr>
        <dsp:cNvPr id="0" name=""/>
        <dsp:cNvSpPr/>
      </dsp:nvSpPr>
      <dsp:spPr>
        <a:xfrm>
          <a:off x="0" y="1891605"/>
          <a:ext cx="4690291" cy="12729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200" kern="1200"/>
            <a:t>Composto da HTML, CSS e TypeScript</a:t>
          </a:r>
          <a:endParaRPr lang="en-US" sz="3200" kern="1200"/>
        </a:p>
      </dsp:txBody>
      <dsp:txXfrm>
        <a:off x="62141" y="1953746"/>
        <a:ext cx="4566009" cy="1148678"/>
      </dsp:txXfrm>
    </dsp:sp>
    <dsp:sp modelId="{BD31D2F1-7BE5-462D-9F5F-0157E24C8ADB}">
      <dsp:nvSpPr>
        <dsp:cNvPr id="0" name=""/>
        <dsp:cNvSpPr/>
      </dsp:nvSpPr>
      <dsp:spPr>
        <a:xfrm>
          <a:off x="0" y="3256725"/>
          <a:ext cx="4690291" cy="12729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200" kern="1200"/>
            <a:t>Rappresenta una sezione riutilizzabile della UI</a:t>
          </a:r>
          <a:endParaRPr lang="en-US" sz="3200" kern="1200"/>
        </a:p>
      </dsp:txBody>
      <dsp:txXfrm>
        <a:off x="62141" y="3318866"/>
        <a:ext cx="4566009" cy="1148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120B0-539E-4866-8A88-C9C46BACD511}">
      <dsp:nvSpPr>
        <dsp:cNvPr id="0" name=""/>
        <dsp:cNvSpPr/>
      </dsp:nvSpPr>
      <dsp:spPr>
        <a:xfrm>
          <a:off x="0" y="11684"/>
          <a:ext cx="4690291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TypeScript (.ts): logica del componente</a:t>
          </a:r>
          <a:endParaRPr lang="en-US" sz="3000" kern="1200"/>
        </a:p>
      </dsp:txBody>
      <dsp:txXfrm>
        <a:off x="58257" y="69941"/>
        <a:ext cx="4573777" cy="1076886"/>
      </dsp:txXfrm>
    </dsp:sp>
    <dsp:sp modelId="{5D8F25E7-8C0B-45CF-9556-B068959C0BA5}">
      <dsp:nvSpPr>
        <dsp:cNvPr id="0" name=""/>
        <dsp:cNvSpPr/>
      </dsp:nvSpPr>
      <dsp:spPr>
        <a:xfrm>
          <a:off x="0" y="1291484"/>
          <a:ext cx="4690291" cy="11934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Template HTML (.html): interfaccia utente</a:t>
          </a:r>
          <a:endParaRPr lang="en-US" sz="3000" kern="1200"/>
        </a:p>
      </dsp:txBody>
      <dsp:txXfrm>
        <a:off x="58257" y="1349741"/>
        <a:ext cx="4573777" cy="1076886"/>
      </dsp:txXfrm>
    </dsp:sp>
    <dsp:sp modelId="{84160DD9-CC15-4FFB-A9EA-6704E3419191}">
      <dsp:nvSpPr>
        <dsp:cNvPr id="0" name=""/>
        <dsp:cNvSpPr/>
      </dsp:nvSpPr>
      <dsp:spPr>
        <a:xfrm>
          <a:off x="0" y="2571284"/>
          <a:ext cx="4690291" cy="1193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CSS (.css): stile del componente</a:t>
          </a:r>
          <a:endParaRPr lang="en-US" sz="3000" kern="1200"/>
        </a:p>
      </dsp:txBody>
      <dsp:txXfrm>
        <a:off x="58257" y="2629541"/>
        <a:ext cx="4573777" cy="1076886"/>
      </dsp:txXfrm>
    </dsp:sp>
    <dsp:sp modelId="{9AA92EB0-29D3-4CC1-8C8B-F54B04DF1A04}">
      <dsp:nvSpPr>
        <dsp:cNvPr id="0" name=""/>
        <dsp:cNvSpPr/>
      </dsp:nvSpPr>
      <dsp:spPr>
        <a:xfrm>
          <a:off x="0" y="3851085"/>
          <a:ext cx="4690291" cy="1193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Decorator @Component: collega file e metadati</a:t>
          </a:r>
          <a:endParaRPr lang="en-US" sz="3000" kern="1200"/>
        </a:p>
      </dsp:txBody>
      <dsp:txXfrm>
        <a:off x="58257" y="3909342"/>
        <a:ext cx="4573777" cy="1076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7E3D1-83D7-4993-9A68-86FFADCEDB43}">
      <dsp:nvSpPr>
        <dsp:cNvPr id="0" name=""/>
        <dsp:cNvSpPr/>
      </dsp:nvSpPr>
      <dsp:spPr>
        <a:xfrm>
          <a:off x="0" y="3806046"/>
          <a:ext cx="4690291" cy="12492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/>
            <a:t>Usato per informare Angular su come usare il componente</a:t>
          </a:r>
          <a:endParaRPr lang="en-US" sz="2300" kern="1200"/>
        </a:p>
      </dsp:txBody>
      <dsp:txXfrm>
        <a:off x="0" y="3806046"/>
        <a:ext cx="4690291" cy="1249229"/>
      </dsp:txXfrm>
    </dsp:sp>
    <dsp:sp modelId="{7193F56D-5597-4F4D-A155-CC8C1A67ABC5}">
      <dsp:nvSpPr>
        <dsp:cNvPr id="0" name=""/>
        <dsp:cNvSpPr/>
      </dsp:nvSpPr>
      <dsp:spPr>
        <a:xfrm rot="10800000">
          <a:off x="0" y="1903470"/>
          <a:ext cx="4690291" cy="1921314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/>
            <a:t>Contiene selector, templateUrl, styleUrls</a:t>
          </a:r>
          <a:endParaRPr lang="en-US" sz="2300" kern="1200"/>
        </a:p>
      </dsp:txBody>
      <dsp:txXfrm rot="10800000">
        <a:off x="0" y="1903470"/>
        <a:ext cx="4690291" cy="1248412"/>
      </dsp:txXfrm>
    </dsp:sp>
    <dsp:sp modelId="{F5261918-38CF-4ECB-88C8-582BD0DBFE1B}">
      <dsp:nvSpPr>
        <dsp:cNvPr id="0" name=""/>
        <dsp:cNvSpPr/>
      </dsp:nvSpPr>
      <dsp:spPr>
        <a:xfrm rot="10800000">
          <a:off x="0" y="893"/>
          <a:ext cx="4690291" cy="1921314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/>
            <a:t>@Component è una funzione che definisce metadati del componente</a:t>
          </a:r>
          <a:endParaRPr lang="en-US" sz="2300" kern="1200"/>
        </a:p>
      </dsp:txBody>
      <dsp:txXfrm rot="10800000">
        <a:off x="0" y="893"/>
        <a:ext cx="4690291" cy="1248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FEE7F-AAEA-4FC8-A7A4-125BF24F8526}">
      <dsp:nvSpPr>
        <dsp:cNvPr id="0" name=""/>
        <dsp:cNvSpPr/>
      </dsp:nvSpPr>
      <dsp:spPr>
        <a:xfrm>
          <a:off x="0" y="3806046"/>
          <a:ext cx="4690291" cy="12492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Unidirezionale: dal componente alla vista</a:t>
          </a:r>
          <a:endParaRPr lang="en-US" sz="2900" kern="1200"/>
        </a:p>
      </dsp:txBody>
      <dsp:txXfrm>
        <a:off x="0" y="3806046"/>
        <a:ext cx="4690291" cy="1249229"/>
      </dsp:txXfrm>
    </dsp:sp>
    <dsp:sp modelId="{78E684A3-7485-433B-8659-3487B2C43D03}">
      <dsp:nvSpPr>
        <dsp:cNvPr id="0" name=""/>
        <dsp:cNvSpPr/>
      </dsp:nvSpPr>
      <dsp:spPr>
        <a:xfrm rot="10800000">
          <a:off x="0" y="1903470"/>
          <a:ext cx="4690291" cy="1921314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Permette di mostrare dati dalla classe nel DOM</a:t>
          </a:r>
          <a:endParaRPr lang="en-US" sz="2900" kern="1200"/>
        </a:p>
      </dsp:txBody>
      <dsp:txXfrm rot="10800000">
        <a:off x="0" y="1903470"/>
        <a:ext cx="4690291" cy="1248412"/>
      </dsp:txXfrm>
    </dsp:sp>
    <dsp:sp modelId="{62608919-33E8-4620-9A84-021EA82944FE}">
      <dsp:nvSpPr>
        <dsp:cNvPr id="0" name=""/>
        <dsp:cNvSpPr/>
      </dsp:nvSpPr>
      <dsp:spPr>
        <a:xfrm rot="10800000">
          <a:off x="0" y="893"/>
          <a:ext cx="4690291" cy="1921314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Interpolazione: {{ variabile }} nel template HTML</a:t>
          </a:r>
          <a:endParaRPr lang="en-US" sz="2900" kern="1200"/>
        </a:p>
      </dsp:txBody>
      <dsp:txXfrm rot="10800000">
        <a:off x="0" y="893"/>
        <a:ext cx="4690291" cy="12484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F1B35-C679-45AF-A228-6D6A9E9F3724}">
      <dsp:nvSpPr>
        <dsp:cNvPr id="0" name=""/>
        <dsp:cNvSpPr/>
      </dsp:nvSpPr>
      <dsp:spPr>
        <a:xfrm>
          <a:off x="638239" y="39022"/>
          <a:ext cx="1166625" cy="11666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EB25F6-0B1F-426C-A8AC-68BE58909D92}">
      <dsp:nvSpPr>
        <dsp:cNvPr id="0" name=""/>
        <dsp:cNvSpPr/>
      </dsp:nvSpPr>
      <dsp:spPr>
        <a:xfrm>
          <a:off x="886864" y="287647"/>
          <a:ext cx="669375" cy="669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CEB0D-6A16-4CE7-8BD0-6A0DD50E41F1}">
      <dsp:nvSpPr>
        <dsp:cNvPr id="0" name=""/>
        <dsp:cNvSpPr/>
      </dsp:nvSpPr>
      <dsp:spPr>
        <a:xfrm>
          <a:off x="265301" y="1569022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400" kern="1200"/>
            <a:t>Comando: ng generate component nome-componente</a:t>
          </a:r>
          <a:endParaRPr lang="en-US" sz="1400" kern="1200"/>
        </a:p>
      </dsp:txBody>
      <dsp:txXfrm>
        <a:off x="265301" y="1569022"/>
        <a:ext cx="1912500" cy="720000"/>
      </dsp:txXfrm>
    </dsp:sp>
    <dsp:sp modelId="{4F6A7372-D927-46ED-9410-891826BE8D17}">
      <dsp:nvSpPr>
        <dsp:cNvPr id="0" name=""/>
        <dsp:cNvSpPr/>
      </dsp:nvSpPr>
      <dsp:spPr>
        <a:xfrm>
          <a:off x="2885426" y="39022"/>
          <a:ext cx="1166625" cy="11666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9689B-AEC2-4DA8-AB86-78CFDF2EB9B2}">
      <dsp:nvSpPr>
        <dsp:cNvPr id="0" name=""/>
        <dsp:cNvSpPr/>
      </dsp:nvSpPr>
      <dsp:spPr>
        <a:xfrm>
          <a:off x="3134051" y="287647"/>
          <a:ext cx="669375" cy="669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8255C-98B9-4F90-9492-DE1301E578A3}">
      <dsp:nvSpPr>
        <dsp:cNvPr id="0" name=""/>
        <dsp:cNvSpPr/>
      </dsp:nvSpPr>
      <dsp:spPr>
        <a:xfrm>
          <a:off x="2512489" y="1569022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400" kern="1200"/>
            <a:t>Crea 4 file: .ts, .html, .css, .spec.ts</a:t>
          </a:r>
          <a:endParaRPr lang="en-US" sz="1400" kern="1200"/>
        </a:p>
      </dsp:txBody>
      <dsp:txXfrm>
        <a:off x="2512489" y="1569022"/>
        <a:ext cx="1912500" cy="720000"/>
      </dsp:txXfrm>
    </dsp:sp>
    <dsp:sp modelId="{82239B0B-990E-4932-B59B-5DA596FB0016}">
      <dsp:nvSpPr>
        <dsp:cNvPr id="0" name=""/>
        <dsp:cNvSpPr/>
      </dsp:nvSpPr>
      <dsp:spPr>
        <a:xfrm>
          <a:off x="1761833" y="2767147"/>
          <a:ext cx="1166625" cy="11666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46062-EA69-413E-8EE0-6F2DE31F0E95}">
      <dsp:nvSpPr>
        <dsp:cNvPr id="0" name=""/>
        <dsp:cNvSpPr/>
      </dsp:nvSpPr>
      <dsp:spPr>
        <a:xfrm>
          <a:off x="2010458" y="3015772"/>
          <a:ext cx="669375" cy="669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8C036-8741-470D-9CE6-8E66BB341C95}">
      <dsp:nvSpPr>
        <dsp:cNvPr id="0" name=""/>
        <dsp:cNvSpPr/>
      </dsp:nvSpPr>
      <dsp:spPr>
        <a:xfrm>
          <a:off x="1388895" y="4297147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400" kern="1200"/>
            <a:t>Aggiunge il componente al modulo app.module.ts</a:t>
          </a:r>
          <a:endParaRPr lang="en-US" sz="1400" kern="1200"/>
        </a:p>
      </dsp:txBody>
      <dsp:txXfrm>
        <a:off x="1388895" y="4297147"/>
        <a:ext cx="191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2534022-99ED-40C4-9A67-7F7CEEA0F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D7F2F1-2D18-44AE-A708-8C50E9A9F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E25D38-00BB-47BC-A420-9C7609F7B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F4F2E45-761E-4637-BB7A-B97F6223F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0011804-9F29-4046-8AC0-0069BC460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6898B58-499F-4B46-9166-56759E83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9D301A7-D3C3-4C56-ACF8-54DF7EABA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E1CB21C-65A2-4696-B2DC-A88D00DE7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E6F0A01-1412-4A3A-8E6F-CA9BC71D3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FFF9E8A8-DE9B-4337-9693-599645BF8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F27769F-5C33-4ED4-876A-BC7D7216F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200000">
            <a:off x="4894704" y="2946054"/>
            <a:ext cx="3065910" cy="2299433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34325A-D069-4628-A133-80E7A3DB9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83F42BA-1034-408D-B086-093233DB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2BFC992-91E4-4749-B5D0-C8F68A989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DB05220-5956-4A4D-880E-7EBBD3BA3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69DC6F1-BAF3-4CEB-A764-2F081E75D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8D06A66-1F58-4BA6-B98F-E6C14C428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74D611A-9EFC-4031-B648-1961EDB3E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9AC708A-F3BF-4039-B7A7-DB9FD9775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327B70B-65A8-495F-B974-1652DC049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F05EF9C-4F7D-4684-BD0C-00D6C9B01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6420C76-CB08-403B-B9E6-5CD954532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230" y="630936"/>
            <a:ext cx="3575298" cy="5531185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GB" sz="4200">
                <a:solidFill>
                  <a:schemeClr val="bg1"/>
                </a:solidFill>
              </a:rPr>
              <a:t>Lezione 2: Componenti Angular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613441A-02A0-4917-AC98-296A4AD91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40997" y="1207140"/>
            <a:ext cx="5678424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6645" y="630935"/>
            <a:ext cx="3765276" cy="5405963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it-IT">
                <a:solidFill>
                  <a:schemeClr val="bg1"/>
                </a:solidFill>
              </a:rPr>
              <a:t>Comprendere la struttura di un componente Angular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8A18EBC-7443-443B-0EF0-150E2A3F8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493" y="3658"/>
            <a:ext cx="7316221" cy="68589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032C96E-26F3-DB8D-FE22-D7CB43354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85" y="6373949"/>
            <a:ext cx="7667625" cy="466725"/>
          </a:xfrm>
          <a:prstGeom prst="rect">
            <a:avLst/>
          </a:prstGeom>
        </p:spPr>
      </p:pic>
      <p:pic>
        <p:nvPicPr>
          <p:cNvPr id="11" name="Immagine 10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BE5C2707-DB8A-B1BE-B123-088F618B8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2363" y="0"/>
            <a:ext cx="1479213" cy="15087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>
              <a:defRPr sz="2800" b="1"/>
            </a:pPr>
            <a:r>
              <a:rPr lang="en-GB" sz="4200"/>
              <a:t>Cos'è un Componente Angular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25C98AF-6F0A-EF24-7F31-099DB07FE0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400531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6132E45F-F69D-5495-C074-58FBE26E7E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5493" y="14257"/>
            <a:ext cx="7316221" cy="68589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3DF7DA9-9977-981A-9F52-F7D73C8C53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87" y="6341290"/>
            <a:ext cx="7667625" cy="466725"/>
          </a:xfrm>
          <a:prstGeom prst="rect">
            <a:avLst/>
          </a:prstGeom>
        </p:spPr>
      </p:pic>
      <p:pic>
        <p:nvPicPr>
          <p:cNvPr id="11" name="Immagine 10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0FCECE52-3101-9F1D-6FD3-5AAFE5D8BE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94348" y="-65328"/>
            <a:ext cx="1541704" cy="157253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>
              <a:defRPr sz="2800" b="1"/>
            </a:pPr>
            <a:r>
              <a:rPr lang="it-IT" sz="4200"/>
              <a:t>Struttura dei File di un Componente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0E371856-91C5-EB37-725E-0CCF6C89CA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226315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397515BB-B89C-2E77-4083-AEC32013B3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7781" y="24700"/>
            <a:ext cx="7316221" cy="68589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80276CE-0F12-F2A5-60C6-0697BFF4A8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482" y="6341290"/>
            <a:ext cx="7667625" cy="466725"/>
          </a:xfrm>
          <a:prstGeom prst="rect">
            <a:avLst/>
          </a:prstGeom>
        </p:spPr>
      </p:pic>
      <p:pic>
        <p:nvPicPr>
          <p:cNvPr id="11" name="Immagine 10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98265E41-EF18-F0DC-A9F4-F58653F4F1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93524" y="-23174"/>
            <a:ext cx="1500375" cy="1530383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>
              <a:defRPr sz="2800" b="1"/>
            </a:pPr>
            <a:r>
              <a:rPr lang="en-GB" sz="3900"/>
              <a:t>Il Decoratore @Component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5CF0A978-1CEE-C121-A464-5BBEFB954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859909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9F3F0EC8-61A8-DF16-93CF-8A019E27C3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5493" y="-11708"/>
            <a:ext cx="7316221" cy="68589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7FABD0A-73F8-0054-87A0-B07B698214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40" y="6303639"/>
            <a:ext cx="7667625" cy="466725"/>
          </a:xfrm>
          <a:prstGeom prst="rect">
            <a:avLst/>
          </a:prstGeom>
        </p:spPr>
      </p:pic>
      <p:pic>
        <p:nvPicPr>
          <p:cNvPr id="11" name="Immagine 10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6E5584B1-4647-2D3E-AADB-391EE55B1D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" y="5767"/>
            <a:ext cx="1190625" cy="121443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>
              <a:defRPr sz="2800" b="1"/>
            </a:pPr>
            <a:r>
              <a:rPr lang="en-GB" sz="3600"/>
              <a:t>Interpolazione e Binding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7C11699-E641-B622-6A76-13FD54A03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622670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202A37EF-661A-DD24-6156-470EE2152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427" y="16129"/>
            <a:ext cx="7316221" cy="68589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435F258-3CF3-ECCA-B201-2A762766BD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84" y="6324346"/>
            <a:ext cx="7667625" cy="466725"/>
          </a:xfrm>
          <a:prstGeom prst="rect">
            <a:avLst/>
          </a:prstGeom>
        </p:spPr>
      </p:pic>
      <p:pic>
        <p:nvPicPr>
          <p:cNvPr id="11" name="Immagine 10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F5DCCEA1-6B33-89C8-350B-A416DA58C3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" y="37564"/>
            <a:ext cx="1302865" cy="1328922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>
              <a:defRPr sz="2800" b="1"/>
            </a:pPr>
            <a:r>
              <a:rPr lang="it-IT" sz="3900" dirty="0"/>
              <a:t>Creazione di un Componente Personalizzato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5E9F9318-AAD1-D49C-B847-1190BB85B9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4482766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C9DAF241-22C8-3CBB-DEEB-66D43BF813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7781" y="39751"/>
            <a:ext cx="7316221" cy="68589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CAFB564-494C-058D-6B88-63AD2BED62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327" y="6351524"/>
            <a:ext cx="7667625" cy="466725"/>
          </a:xfrm>
          <a:prstGeom prst="rect">
            <a:avLst/>
          </a:prstGeom>
        </p:spPr>
      </p:pic>
      <p:pic>
        <p:nvPicPr>
          <p:cNvPr id="15" name="Immagine 14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14A851F7-3E9C-F0CB-6174-664C8A4531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048" y="-26519"/>
            <a:ext cx="1396814" cy="142475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0" y="1131511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6"/>
            <a:ext cx="3742438" cy="5478640"/>
          </a:xfrm>
          <a:noFill/>
        </p:spPr>
        <p:txBody>
          <a:bodyPr anchor="ctr">
            <a:normAutofit/>
          </a:bodyPr>
          <a:lstStyle/>
          <a:p>
            <a:pPr algn="l">
              <a:defRPr sz="2800" b="1"/>
            </a:pPr>
            <a:r>
              <a:rPr lang="en-GB" sz="4200">
                <a:solidFill>
                  <a:schemeClr val="bg1"/>
                </a:solidFill>
              </a:rPr>
              <a:t>Best Practice Componenti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40997" y="1207140"/>
            <a:ext cx="5678424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459" y="630936"/>
            <a:ext cx="3736705" cy="5478672"/>
          </a:xfrm>
          <a:noFill/>
        </p:spPr>
        <p:txBody>
          <a:bodyPr anchor="ctr">
            <a:normAutofit/>
          </a:bodyPr>
          <a:lstStyle/>
          <a:p>
            <a:endParaRPr lang="it-IT" sz="1600">
              <a:solidFill>
                <a:schemeClr val="bg1"/>
              </a:solidFill>
            </a:endParaRPr>
          </a:p>
          <a:p>
            <a:pPr>
              <a:defRPr sz="2000"/>
            </a:pPr>
            <a:r>
              <a:rPr lang="it-IT" sz="1600">
                <a:solidFill>
                  <a:schemeClr val="bg1"/>
                </a:solidFill>
              </a:rPr>
              <a:t>Usare nomi descrittivi e in lowercase separati da dash</a:t>
            </a:r>
          </a:p>
          <a:p>
            <a:pPr>
              <a:defRPr sz="2000"/>
            </a:pPr>
            <a:r>
              <a:rPr lang="it-IT" sz="1600">
                <a:solidFill>
                  <a:schemeClr val="bg1"/>
                </a:solidFill>
              </a:rPr>
              <a:t>Isolare la logica del componente dalla vista</a:t>
            </a:r>
          </a:p>
          <a:p>
            <a:pPr>
              <a:defRPr sz="2000"/>
            </a:pPr>
            <a:r>
              <a:rPr lang="it-IT" sz="1600">
                <a:solidFill>
                  <a:schemeClr val="bg1"/>
                </a:solidFill>
              </a:rPr>
              <a:t>Evitare componenti troppo grandi: separare in più componenti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BF85E5-6AA9-5F6F-09F6-B68FC49A5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493" y="28130"/>
            <a:ext cx="7316221" cy="68589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BD0C201-74B6-DCCC-CF87-7DB7248E4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46" y="6372289"/>
            <a:ext cx="7667625" cy="466725"/>
          </a:xfrm>
          <a:prstGeom prst="rect">
            <a:avLst/>
          </a:prstGeom>
        </p:spPr>
      </p:pic>
      <p:pic>
        <p:nvPicPr>
          <p:cNvPr id="11" name="Immagine 10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23DC6649-0068-112E-D52E-D46585C2E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5" y="18986"/>
            <a:ext cx="1305181" cy="1331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189</Words>
  <Application>Microsoft Office PowerPoint</Application>
  <PresentationFormat>Presentazione su schermo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Lezione 2: Componenti Angular</vt:lpstr>
      <vt:lpstr>Cos'è un Componente Angular</vt:lpstr>
      <vt:lpstr>Struttura dei File di un Componente</vt:lpstr>
      <vt:lpstr>Il Decoratore @Component</vt:lpstr>
      <vt:lpstr>Interpolazione e Binding</vt:lpstr>
      <vt:lpstr>Creazione di un Componente Personalizzato</vt:lpstr>
      <vt:lpstr>Best Practice Componenti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Tiozzo Mattia</cp:lastModifiedBy>
  <cp:revision>3</cp:revision>
  <dcterms:created xsi:type="dcterms:W3CDTF">2013-01-27T09:14:16Z</dcterms:created>
  <dcterms:modified xsi:type="dcterms:W3CDTF">2025-07-01T06:52:10Z</dcterms:modified>
  <cp:category/>
</cp:coreProperties>
</file>